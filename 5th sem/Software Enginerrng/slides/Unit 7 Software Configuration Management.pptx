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263" r:id="rId11"/>
    <p:sldId id="41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/>
    <p:restoredTop sz="94291" autoAdjust="0"/>
  </p:normalViewPr>
  <p:slideViewPr>
    <p:cSldViewPr snapToGrid="0">
      <p:cViewPr varScale="1">
        <p:scale>
          <a:sx n="122" d="100"/>
          <a:sy n="122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23/01/25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074" y="3256721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r>
              <a:rPr lang="en-US" altLang="en-GB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911840" y="2223770"/>
            <a:ext cx="958917" cy="3994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(4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Hrs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DEE4DE-8CF1-2CC9-4DF0-1218D5DBB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419" y="185309"/>
            <a:ext cx="10404297" cy="151736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Chapter 7: </a:t>
            </a:r>
            <a:br>
              <a:rPr lang="en-GB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MANAGEMENT</a:t>
            </a:r>
            <a:r>
              <a:rPr lang="en-GB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58241-98C6-9EE9-101A-DC1847C66B10}"/>
              </a:ext>
            </a:extLst>
          </p:cNvPr>
          <p:cNvSpPr txBox="1"/>
          <p:nvPr/>
        </p:nvSpPr>
        <p:spPr>
          <a:xfrm>
            <a:off x="0" y="1199213"/>
            <a:ext cx="6096000" cy="198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7.1 Software Configuration Items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7.2 Configuration Management Activities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7.2.1 Change Management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7.2.2 Version Management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7.2.3 System Building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7.2.4 System Release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20EB-3C5C-982B-2BE5-E027E4D2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9EDC-8CAB-9D3F-B728-0DADBBB86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40828"/>
          </a:xfrm>
        </p:spPr>
        <p:txBody>
          <a:bodyPr>
            <a:noAutofit/>
          </a:bodyPr>
          <a:lstStyle/>
          <a:p>
            <a:r>
              <a:rPr lang="en-GB" sz="32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Management(SCM) 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F7E90-01CA-3337-7C52-CC5BD321ABF2}"/>
              </a:ext>
            </a:extLst>
          </p:cNvPr>
          <p:cNvSpPr txBox="1"/>
          <p:nvPr/>
        </p:nvSpPr>
        <p:spPr>
          <a:xfrm>
            <a:off x="0" y="844955"/>
            <a:ext cx="12118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to systematically manage, organize, and control the changes in the documents, codes, and other entities during the Software Development Life Cycle.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DB075-508A-BB49-7B2E-D2D0430391AA}"/>
              </a:ext>
            </a:extLst>
          </p:cNvPr>
          <p:cNvSpPr txBox="1"/>
          <p:nvPr/>
        </p:nvSpPr>
        <p:spPr>
          <a:xfrm>
            <a:off x="3342289" y="1561335"/>
            <a:ext cx="6117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Processes/Task involved in SCM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8AA60-D9B3-A60A-286C-6C85FD2D511A}"/>
              </a:ext>
            </a:extLst>
          </p:cNvPr>
          <p:cNvSpPr txBox="1"/>
          <p:nvPr/>
        </p:nvSpPr>
        <p:spPr>
          <a:xfrm>
            <a:off x="0" y="2216159"/>
            <a:ext cx="4519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Identification and Establishment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Version control 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Change control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Configuration auditing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Reporting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oftware Engineering | SCM Process - javatpoint">
            <a:extLst>
              <a:ext uri="{FF2B5EF4-FFF2-40B4-BE49-F238E27FC236}">
                <a16:creationId xmlns:a16="http://schemas.microsoft.com/office/drawing/2014/main" id="{86FBF344-5473-5201-ACE7-2D187B42B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689" y="2185461"/>
            <a:ext cx="5247729" cy="41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75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7B50-C3A2-E243-98E6-59D03ABD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D7C476-E7E6-F77E-4088-4B721D457AEA}"/>
              </a:ext>
            </a:extLst>
          </p:cNvPr>
          <p:cNvSpPr txBox="1"/>
          <p:nvPr/>
        </p:nvSpPr>
        <p:spPr>
          <a:xfrm>
            <a:off x="0" y="44211"/>
            <a:ext cx="1219200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Software Configuration Management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Bug Tracking: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 and Integration: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Big Projects: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Development: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6E5CF-22E0-C19F-1E1E-3E60B2F04F28}"/>
              </a:ext>
            </a:extLst>
          </p:cNvPr>
          <p:cNvSpPr txBox="1"/>
          <p:nvPr/>
        </p:nvSpPr>
        <p:spPr>
          <a:xfrm>
            <a:off x="0" y="3397469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System configuration management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Replicability: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Configuration: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Process of Development:</a:t>
            </a:r>
          </a:p>
        </p:txBody>
      </p:sp>
    </p:spTree>
    <p:extLst>
      <p:ext uri="{BB962C8B-B14F-4D97-AF65-F5344CB8AC3E}">
        <p14:creationId xmlns:p14="http://schemas.microsoft.com/office/powerpoint/2010/main" val="340580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0A98-C329-DB55-D946-56BE9525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B2A33-20F2-69AC-59EA-A81C56F96AB0}"/>
              </a:ext>
            </a:extLst>
          </p:cNvPr>
          <p:cNvSpPr txBox="1"/>
          <p:nvPr/>
        </p:nvSpPr>
        <p:spPr>
          <a:xfrm>
            <a:off x="-1" y="-94593"/>
            <a:ext cx="12192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evolution of software systems: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collaboration and coordination: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version control: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replication and distribution: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 is a critical component of software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4ACC3-BECC-D4D7-274D-C02957A03278}"/>
              </a:ext>
            </a:extLst>
          </p:cNvPr>
          <p:cNvSpPr txBox="1"/>
          <p:nvPr/>
        </p:nvSpPr>
        <p:spPr>
          <a:xfrm>
            <a:off x="-1" y="2640844"/>
            <a:ext cx="12191999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 and efficiency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errors and defects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collaboration and communication among team members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and stability of software systems </a:t>
            </a:r>
          </a:p>
          <a:p>
            <a:pPr algn="ctr" fontAlgn="base">
              <a:spcAft>
                <a:spcPts val="1800"/>
              </a:spcAft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disadvantages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complexity and overhead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dependencies and ensuring that all changes are properly integrated.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conflicts and delays.</a:t>
            </a:r>
          </a:p>
        </p:txBody>
      </p:sp>
    </p:spTree>
    <p:extLst>
      <p:ext uri="{BB962C8B-B14F-4D97-AF65-F5344CB8AC3E}">
        <p14:creationId xmlns:p14="http://schemas.microsoft.com/office/powerpoint/2010/main" val="219629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3CD3-151E-1677-DBA2-F9B717CF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1EF80F-7720-605E-4DFF-8C1F131B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1" y="1647058"/>
            <a:ext cx="7380232" cy="3282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B917D-6EA9-66A2-B6C9-5133532EBBB3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Items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18203-B935-75FF-36A6-C26AF3FDD68E}"/>
              </a:ext>
            </a:extLst>
          </p:cNvPr>
          <p:cNvSpPr txBox="1"/>
          <p:nvPr/>
        </p:nvSpPr>
        <p:spPr>
          <a:xfrm>
            <a:off x="73571" y="954550"/>
            <a:ext cx="10636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b="1" dirty="0">
                <a:solidFill>
                  <a:srgbClr val="EF41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Item is information that is created as part of the software engineering process.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69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FA02-2A3B-7E2B-25F8-24BBCED6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1DB9F9-77A8-F1B5-D0EB-761E9F8F2AFA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6F60E-902B-6676-9FD2-3170EB8832B5}"/>
              </a:ext>
            </a:extLst>
          </p:cNvPr>
          <p:cNvSpPr txBox="1"/>
          <p:nvPr/>
        </p:nvSpPr>
        <p:spPr>
          <a:xfrm>
            <a:off x="0" y="68023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 of identifying organizing and controlling Modifications to the software being built by a programming team.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maximize productivity by minimizing mistakes</a:t>
            </a:r>
          </a:p>
        </p:txBody>
      </p:sp>
      <p:pic>
        <p:nvPicPr>
          <p:cNvPr id="1026" name="Picture 2" descr="Configuration Management: What and Why?">
            <a:extLst>
              <a:ext uri="{FF2B5EF4-FFF2-40B4-BE49-F238E27FC236}">
                <a16:creationId xmlns:a16="http://schemas.microsoft.com/office/drawing/2014/main" id="{8AFF7AAD-5C38-3029-36E2-F905B46F5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8" b="50000"/>
          <a:stretch/>
        </p:blipFill>
        <p:spPr bwMode="auto">
          <a:xfrm>
            <a:off x="360362" y="1918481"/>
            <a:ext cx="11471275" cy="302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15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9033D-AB6D-9555-FA0C-9D46E421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B2FD59-36E5-1C25-458F-997F3C8AB82B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Activities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063F3-8FDB-4E0F-8D01-B4E7FCFF99C4}"/>
              </a:ext>
            </a:extLst>
          </p:cNvPr>
          <p:cNvSpPr txBox="1"/>
          <p:nvPr/>
        </p:nvSpPr>
        <p:spPr>
          <a:xfrm>
            <a:off x="0" y="523220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Change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that all changes to a system are controlled, evaluated, and tracked to maintain stability and traceability.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Recording change requests and assigning priorities.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to assess potential consequences of changes.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Approving or rejecting changes based on the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approved changes while minimizing disruptions.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documentation to track all changes and their effects.</a:t>
            </a: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Version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versions of software artifacts (e.g., source code, documentation) to avoid conflicts and ensure consistency.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Assigning version identifiers to each release or update.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 repository to store and track versions of files.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Supporting branching and merging for parallel development efforts.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version history to enable rollback if necessary.</a:t>
            </a:r>
          </a:p>
        </p:txBody>
      </p:sp>
    </p:spTree>
    <p:extLst>
      <p:ext uri="{BB962C8B-B14F-4D97-AF65-F5344CB8AC3E}">
        <p14:creationId xmlns:p14="http://schemas.microsoft.com/office/powerpoint/2010/main" val="354382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876A-CD92-FD7C-629A-76CBE9A0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81D84-B311-D028-2F08-7CC3C42CFCDA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Activities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EEE85-0230-F553-A64E-C2911B89F83B}"/>
              </a:ext>
            </a:extLst>
          </p:cNvPr>
          <p:cNvSpPr txBox="1"/>
          <p:nvPr/>
        </p:nvSpPr>
        <p:spPr>
          <a:xfrm>
            <a:off x="0" y="734575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System Building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process of compiling, linking, and integrating system components to create a working system.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Defining build scripts and tools to automate the build process.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modules and ensuring compatibility between components.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automated tests during the build process to verify system functionality.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resolving build errors early in development.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System Release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Plan, package, and deliver a stable system version to users or customers.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Preparing release documentation, including release notes and user guides.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installation packages or deploying the system to production.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system meets quality assurance standards.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the release schedule and coordinating with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874369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249970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F01A-5FA9-097C-1091-7110BF8D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B654D1-164E-58FF-2392-17D964D9E5A1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565</Words>
  <Application>Microsoft Macintosh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Chapter 7:  SOFTWARE CONFIGURATION MANAGEMENT    </vt:lpstr>
      <vt:lpstr>OUTLINES</vt:lpstr>
      <vt:lpstr>Software Configuration Management(SCM)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363</cp:revision>
  <dcterms:created xsi:type="dcterms:W3CDTF">2024-09-24T16:02:49Z</dcterms:created>
  <dcterms:modified xsi:type="dcterms:W3CDTF">2025-01-23T11:01:45Z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