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7AD69-5889-42B2-A733-D0B3B7D0A8DC}" v="1" dt="2025-11-17T13:51:40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94660" autoAdjust="0"/>
  </p:normalViewPr>
  <p:slideViewPr>
    <p:cSldViewPr snapToGrid="0">
      <p:cViewPr varScale="1">
        <p:scale>
          <a:sx n="75" d="100"/>
          <a:sy n="75" d="100"/>
        </p:scale>
        <p:origin x="99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Paneru" userId="109592e82ad92d31" providerId="LiveId" clId="{DD419BE1-3242-4946-9F7F-B10F44B6E878}"/>
    <pc:docChg chg="custSel modSld">
      <pc:chgData name="Deepa Paneru" userId="109592e82ad92d31" providerId="LiveId" clId="{DD419BE1-3242-4946-9F7F-B10F44B6E878}" dt="2025-11-17T13:51:40.044" v="6"/>
      <pc:docMkLst>
        <pc:docMk/>
      </pc:docMkLst>
      <pc:sldChg chg="addSp modSp mod setBg">
        <pc:chgData name="Deepa Paneru" userId="109592e82ad92d31" providerId="LiveId" clId="{DD419BE1-3242-4946-9F7F-B10F44B6E878}" dt="2025-11-17T13:51:40.044" v="6"/>
        <pc:sldMkLst>
          <pc:docMk/>
          <pc:sldMk cId="1904146107" sldId="271"/>
        </pc:sldMkLst>
        <pc:spChg chg="ord">
          <ac:chgData name="Deepa Paneru" userId="109592e82ad92d31" providerId="LiveId" clId="{DD419BE1-3242-4946-9F7F-B10F44B6E878}" dt="2025-11-17T13:51:17.305" v="0" actId="26606"/>
          <ac:spMkLst>
            <pc:docMk/>
            <pc:sldMk cId="1904146107" sldId="271"/>
            <ac:spMk id="2" creationId="{E1E9BF31-73FD-E99F-5108-FA494DBB5281}"/>
          </ac:spMkLst>
        </pc:spChg>
        <pc:spChg chg="mod">
          <ac:chgData name="Deepa Paneru" userId="109592e82ad92d31" providerId="LiveId" clId="{DD419BE1-3242-4946-9F7F-B10F44B6E878}" dt="2025-11-17T13:51:40.044" v="6"/>
          <ac:spMkLst>
            <pc:docMk/>
            <pc:sldMk cId="1904146107" sldId="271"/>
            <ac:spMk id="3" creationId="{96B44B20-A1E5-0A4A-C910-9F0C64B5F1D6}"/>
          </ac:spMkLst>
        </pc:spChg>
        <pc:spChg chg="add">
          <ac:chgData name="Deepa Paneru" userId="109592e82ad92d31" providerId="LiveId" clId="{DD419BE1-3242-4946-9F7F-B10F44B6E878}" dt="2025-11-17T13:51:17.305" v="0" actId="26606"/>
          <ac:spMkLst>
            <pc:docMk/>
            <pc:sldMk cId="1904146107" sldId="271"/>
            <ac:spMk id="9" creationId="{92CC1E4F-F1F0-B945-BE50-C72A7103E8AC}"/>
          </ac:spMkLst>
        </pc:spChg>
        <pc:picChg chg="add">
          <ac:chgData name="Deepa Paneru" userId="109592e82ad92d31" providerId="LiveId" clId="{DD419BE1-3242-4946-9F7F-B10F44B6E878}" dt="2025-11-17T13:51:17.305" v="0" actId="26606"/>
          <ac:picMkLst>
            <pc:docMk/>
            <pc:sldMk cId="1904146107" sldId="271"/>
            <ac:picMk id="5" creationId="{B4D6BFDA-EA81-44B0-E33D-E10B761A75B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2CEEAB-0345-4B11-B599-DCCEBDFADFBC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B1D91FA-ED25-4D96-8156-D291D3385E4A}">
      <dgm:prSet/>
      <dgm:spPr/>
      <dgm:t>
        <a:bodyPr/>
        <a:lstStyle/>
        <a:p>
          <a:r>
            <a:rPr lang="en-US"/>
            <a:t>1.Simple Reflex Agents</a:t>
          </a:r>
        </a:p>
      </dgm:t>
    </dgm:pt>
    <dgm:pt modelId="{688269AA-44AA-48C4-B70C-C5109E0F3161}" type="parTrans" cxnId="{D28B20CF-79AC-457A-AD18-3D435F31025A}">
      <dgm:prSet/>
      <dgm:spPr/>
      <dgm:t>
        <a:bodyPr/>
        <a:lstStyle/>
        <a:p>
          <a:endParaRPr lang="en-US"/>
        </a:p>
      </dgm:t>
    </dgm:pt>
    <dgm:pt modelId="{1EB100BC-996E-41E6-B21E-3BF038E7FD1A}" type="sibTrans" cxnId="{D28B20CF-79AC-457A-AD18-3D435F31025A}">
      <dgm:prSet/>
      <dgm:spPr/>
      <dgm:t>
        <a:bodyPr/>
        <a:lstStyle/>
        <a:p>
          <a:endParaRPr lang="en-US"/>
        </a:p>
      </dgm:t>
    </dgm:pt>
    <dgm:pt modelId="{03482285-1BF2-46C0-BDDC-C83A6DFC37D9}">
      <dgm:prSet/>
      <dgm:spPr/>
      <dgm:t>
        <a:bodyPr/>
        <a:lstStyle/>
        <a:p>
          <a:r>
            <a:rPr lang="en-US"/>
            <a:t>2.Model Based Reflex Agents</a:t>
          </a:r>
        </a:p>
      </dgm:t>
    </dgm:pt>
    <dgm:pt modelId="{FC09EFE3-3B95-4ECC-B031-A48F2062394C}" type="parTrans" cxnId="{FD85F59E-4E43-4E80-BF77-F3B986F84E10}">
      <dgm:prSet/>
      <dgm:spPr/>
      <dgm:t>
        <a:bodyPr/>
        <a:lstStyle/>
        <a:p>
          <a:endParaRPr lang="en-US"/>
        </a:p>
      </dgm:t>
    </dgm:pt>
    <dgm:pt modelId="{928C6574-AFC1-4266-8F99-BA91A186F99A}" type="sibTrans" cxnId="{FD85F59E-4E43-4E80-BF77-F3B986F84E10}">
      <dgm:prSet/>
      <dgm:spPr/>
      <dgm:t>
        <a:bodyPr/>
        <a:lstStyle/>
        <a:p>
          <a:endParaRPr lang="en-US"/>
        </a:p>
      </dgm:t>
    </dgm:pt>
    <dgm:pt modelId="{422ACFC4-8EC2-48FD-A04F-6D9681C594E4}">
      <dgm:prSet/>
      <dgm:spPr/>
      <dgm:t>
        <a:bodyPr/>
        <a:lstStyle/>
        <a:p>
          <a:r>
            <a:rPr lang="en-US"/>
            <a:t>3.Goal Based Agents</a:t>
          </a:r>
        </a:p>
      </dgm:t>
    </dgm:pt>
    <dgm:pt modelId="{C7458043-4BD4-4E6A-A0FA-CB39E0105DB7}" type="parTrans" cxnId="{C32EF62F-3E33-4372-B6AD-71C145A610E1}">
      <dgm:prSet/>
      <dgm:spPr/>
      <dgm:t>
        <a:bodyPr/>
        <a:lstStyle/>
        <a:p>
          <a:endParaRPr lang="en-US"/>
        </a:p>
      </dgm:t>
    </dgm:pt>
    <dgm:pt modelId="{00D326D6-5CA7-4556-8541-894BEDD72C41}" type="sibTrans" cxnId="{C32EF62F-3E33-4372-B6AD-71C145A610E1}">
      <dgm:prSet/>
      <dgm:spPr/>
      <dgm:t>
        <a:bodyPr/>
        <a:lstStyle/>
        <a:p>
          <a:endParaRPr lang="en-US"/>
        </a:p>
      </dgm:t>
    </dgm:pt>
    <dgm:pt modelId="{BE998093-6ED9-459C-96B0-A5922C566834}">
      <dgm:prSet/>
      <dgm:spPr/>
      <dgm:t>
        <a:bodyPr/>
        <a:lstStyle/>
        <a:p>
          <a:r>
            <a:rPr lang="en-US"/>
            <a:t>4.Utility Based Agents</a:t>
          </a:r>
        </a:p>
      </dgm:t>
    </dgm:pt>
    <dgm:pt modelId="{BE4ED2D1-E78A-469B-A3DF-5E1D04AC2EE0}" type="parTrans" cxnId="{1216EFF7-0EEF-47C0-AA4F-8BB4BFBF717E}">
      <dgm:prSet/>
      <dgm:spPr/>
      <dgm:t>
        <a:bodyPr/>
        <a:lstStyle/>
        <a:p>
          <a:endParaRPr lang="en-US"/>
        </a:p>
      </dgm:t>
    </dgm:pt>
    <dgm:pt modelId="{C7F85F12-51CE-4FF7-9F19-AB66CA514D21}" type="sibTrans" cxnId="{1216EFF7-0EEF-47C0-AA4F-8BB4BFBF717E}">
      <dgm:prSet/>
      <dgm:spPr/>
      <dgm:t>
        <a:bodyPr/>
        <a:lstStyle/>
        <a:p>
          <a:endParaRPr lang="en-US"/>
        </a:p>
      </dgm:t>
    </dgm:pt>
    <dgm:pt modelId="{700644ED-79E2-44D0-AE11-B0207C83EA4A}">
      <dgm:prSet/>
      <dgm:spPr/>
      <dgm:t>
        <a:bodyPr/>
        <a:lstStyle/>
        <a:p>
          <a:r>
            <a:rPr lang="en-US" dirty="0"/>
            <a:t>5.Learning Agents</a:t>
          </a:r>
        </a:p>
      </dgm:t>
    </dgm:pt>
    <dgm:pt modelId="{621CB546-E91A-42D1-B021-E079B316783F}" type="parTrans" cxnId="{60597D27-C16E-40E6-9DAC-AB645E00E325}">
      <dgm:prSet/>
      <dgm:spPr/>
      <dgm:t>
        <a:bodyPr/>
        <a:lstStyle/>
        <a:p>
          <a:endParaRPr lang="en-US"/>
        </a:p>
      </dgm:t>
    </dgm:pt>
    <dgm:pt modelId="{48CA2E96-A505-46D6-BFEE-F6144C74C3E0}" type="sibTrans" cxnId="{60597D27-C16E-40E6-9DAC-AB645E00E325}">
      <dgm:prSet/>
      <dgm:spPr/>
      <dgm:t>
        <a:bodyPr/>
        <a:lstStyle/>
        <a:p>
          <a:endParaRPr lang="en-US"/>
        </a:p>
      </dgm:t>
    </dgm:pt>
    <dgm:pt modelId="{699F2E4E-FFA6-463B-8C4E-4033922B1031}" type="pres">
      <dgm:prSet presAssocID="{EB2CEEAB-0345-4B11-B599-DCCEBDFADFBC}" presName="diagram" presStyleCnt="0">
        <dgm:presLayoutVars>
          <dgm:dir/>
          <dgm:resizeHandles val="exact"/>
        </dgm:presLayoutVars>
      </dgm:prSet>
      <dgm:spPr/>
    </dgm:pt>
    <dgm:pt modelId="{9E33809D-713D-4BE4-A6FA-86630B792980}" type="pres">
      <dgm:prSet presAssocID="{BB1D91FA-ED25-4D96-8156-D291D3385E4A}" presName="node" presStyleLbl="node1" presStyleIdx="0" presStyleCnt="5">
        <dgm:presLayoutVars>
          <dgm:bulletEnabled val="1"/>
        </dgm:presLayoutVars>
      </dgm:prSet>
      <dgm:spPr/>
    </dgm:pt>
    <dgm:pt modelId="{D1D09F8C-E327-4462-9061-F23404D1EDAB}" type="pres">
      <dgm:prSet presAssocID="{1EB100BC-996E-41E6-B21E-3BF038E7FD1A}" presName="sibTrans" presStyleLbl="sibTrans2D1" presStyleIdx="0" presStyleCnt="4"/>
      <dgm:spPr/>
    </dgm:pt>
    <dgm:pt modelId="{F1F253A0-BFA5-45C8-851E-4C017E7107B1}" type="pres">
      <dgm:prSet presAssocID="{1EB100BC-996E-41E6-B21E-3BF038E7FD1A}" presName="connectorText" presStyleLbl="sibTrans2D1" presStyleIdx="0" presStyleCnt="4"/>
      <dgm:spPr/>
    </dgm:pt>
    <dgm:pt modelId="{C039986C-2C7D-4CC2-8645-19DF3B06B508}" type="pres">
      <dgm:prSet presAssocID="{03482285-1BF2-46C0-BDDC-C83A6DFC37D9}" presName="node" presStyleLbl="node1" presStyleIdx="1" presStyleCnt="5">
        <dgm:presLayoutVars>
          <dgm:bulletEnabled val="1"/>
        </dgm:presLayoutVars>
      </dgm:prSet>
      <dgm:spPr/>
    </dgm:pt>
    <dgm:pt modelId="{78D1F54B-A33E-4B9B-AD35-079CD60AD4FD}" type="pres">
      <dgm:prSet presAssocID="{928C6574-AFC1-4266-8F99-BA91A186F99A}" presName="sibTrans" presStyleLbl="sibTrans2D1" presStyleIdx="1" presStyleCnt="4"/>
      <dgm:spPr/>
    </dgm:pt>
    <dgm:pt modelId="{AE5466E1-44D2-4EC0-A74D-DBDA2CA47F3D}" type="pres">
      <dgm:prSet presAssocID="{928C6574-AFC1-4266-8F99-BA91A186F99A}" presName="connectorText" presStyleLbl="sibTrans2D1" presStyleIdx="1" presStyleCnt="4"/>
      <dgm:spPr/>
    </dgm:pt>
    <dgm:pt modelId="{B4C11B20-4BDA-40F4-829A-77B8296602D6}" type="pres">
      <dgm:prSet presAssocID="{422ACFC4-8EC2-48FD-A04F-6D9681C594E4}" presName="node" presStyleLbl="node1" presStyleIdx="2" presStyleCnt="5">
        <dgm:presLayoutVars>
          <dgm:bulletEnabled val="1"/>
        </dgm:presLayoutVars>
      </dgm:prSet>
      <dgm:spPr/>
    </dgm:pt>
    <dgm:pt modelId="{9A26AFCD-0008-4621-ABD5-434562ABB272}" type="pres">
      <dgm:prSet presAssocID="{00D326D6-5CA7-4556-8541-894BEDD72C41}" presName="sibTrans" presStyleLbl="sibTrans2D1" presStyleIdx="2" presStyleCnt="4"/>
      <dgm:spPr/>
    </dgm:pt>
    <dgm:pt modelId="{F230EAB4-CC3E-4655-B12F-3BCD76C6B1B8}" type="pres">
      <dgm:prSet presAssocID="{00D326D6-5CA7-4556-8541-894BEDD72C41}" presName="connectorText" presStyleLbl="sibTrans2D1" presStyleIdx="2" presStyleCnt="4"/>
      <dgm:spPr/>
    </dgm:pt>
    <dgm:pt modelId="{77933586-A166-4280-A342-195460305BC1}" type="pres">
      <dgm:prSet presAssocID="{BE998093-6ED9-459C-96B0-A5922C566834}" presName="node" presStyleLbl="node1" presStyleIdx="3" presStyleCnt="5">
        <dgm:presLayoutVars>
          <dgm:bulletEnabled val="1"/>
        </dgm:presLayoutVars>
      </dgm:prSet>
      <dgm:spPr/>
    </dgm:pt>
    <dgm:pt modelId="{A56DD1AA-FDA7-4E05-B017-7CC3E48A525E}" type="pres">
      <dgm:prSet presAssocID="{C7F85F12-51CE-4FF7-9F19-AB66CA514D21}" presName="sibTrans" presStyleLbl="sibTrans2D1" presStyleIdx="3" presStyleCnt="4"/>
      <dgm:spPr/>
    </dgm:pt>
    <dgm:pt modelId="{7DC8D52A-8D2F-4698-A6A9-3FA44C5508AC}" type="pres">
      <dgm:prSet presAssocID="{C7F85F12-51CE-4FF7-9F19-AB66CA514D21}" presName="connectorText" presStyleLbl="sibTrans2D1" presStyleIdx="3" presStyleCnt="4"/>
      <dgm:spPr/>
    </dgm:pt>
    <dgm:pt modelId="{7BFA6EDB-FA8D-42BE-882D-05629C364AAA}" type="pres">
      <dgm:prSet presAssocID="{700644ED-79E2-44D0-AE11-B0207C83EA4A}" presName="node" presStyleLbl="node1" presStyleIdx="4" presStyleCnt="5">
        <dgm:presLayoutVars>
          <dgm:bulletEnabled val="1"/>
        </dgm:presLayoutVars>
      </dgm:prSet>
      <dgm:spPr/>
    </dgm:pt>
  </dgm:ptLst>
  <dgm:cxnLst>
    <dgm:cxn modelId="{64D23D01-F1BC-4BB1-967D-E81A4F029971}" type="presOf" srcId="{1EB100BC-996E-41E6-B21E-3BF038E7FD1A}" destId="{D1D09F8C-E327-4462-9061-F23404D1EDAB}" srcOrd="0" destOrd="0" presId="urn:microsoft.com/office/officeart/2005/8/layout/process5"/>
    <dgm:cxn modelId="{E4E3C219-A218-4719-AED5-692E1B3630A4}" type="presOf" srcId="{03482285-1BF2-46C0-BDDC-C83A6DFC37D9}" destId="{C039986C-2C7D-4CC2-8645-19DF3B06B508}" srcOrd="0" destOrd="0" presId="urn:microsoft.com/office/officeart/2005/8/layout/process5"/>
    <dgm:cxn modelId="{19FF801E-765C-4FD0-8175-843AEFF484C6}" type="presOf" srcId="{422ACFC4-8EC2-48FD-A04F-6D9681C594E4}" destId="{B4C11B20-4BDA-40F4-829A-77B8296602D6}" srcOrd="0" destOrd="0" presId="urn:microsoft.com/office/officeart/2005/8/layout/process5"/>
    <dgm:cxn modelId="{60597D27-C16E-40E6-9DAC-AB645E00E325}" srcId="{EB2CEEAB-0345-4B11-B599-DCCEBDFADFBC}" destId="{700644ED-79E2-44D0-AE11-B0207C83EA4A}" srcOrd="4" destOrd="0" parTransId="{621CB546-E91A-42D1-B021-E079B316783F}" sibTransId="{48CA2E96-A505-46D6-BFEE-F6144C74C3E0}"/>
    <dgm:cxn modelId="{880E1A2F-047B-42FD-B6A8-FA49E2120A06}" type="presOf" srcId="{928C6574-AFC1-4266-8F99-BA91A186F99A}" destId="{AE5466E1-44D2-4EC0-A74D-DBDA2CA47F3D}" srcOrd="1" destOrd="0" presId="urn:microsoft.com/office/officeart/2005/8/layout/process5"/>
    <dgm:cxn modelId="{C32EF62F-3E33-4372-B6AD-71C145A610E1}" srcId="{EB2CEEAB-0345-4B11-B599-DCCEBDFADFBC}" destId="{422ACFC4-8EC2-48FD-A04F-6D9681C594E4}" srcOrd="2" destOrd="0" parTransId="{C7458043-4BD4-4E6A-A0FA-CB39E0105DB7}" sibTransId="{00D326D6-5CA7-4556-8541-894BEDD72C41}"/>
    <dgm:cxn modelId="{0ED3543A-5615-461F-B80E-24C3E6C1C5B9}" type="presOf" srcId="{C7F85F12-51CE-4FF7-9F19-AB66CA514D21}" destId="{7DC8D52A-8D2F-4698-A6A9-3FA44C5508AC}" srcOrd="1" destOrd="0" presId="urn:microsoft.com/office/officeart/2005/8/layout/process5"/>
    <dgm:cxn modelId="{2316FC3A-372A-49AA-9993-80547EA41D65}" type="presOf" srcId="{00D326D6-5CA7-4556-8541-894BEDD72C41}" destId="{9A26AFCD-0008-4621-ABD5-434562ABB272}" srcOrd="0" destOrd="0" presId="urn:microsoft.com/office/officeart/2005/8/layout/process5"/>
    <dgm:cxn modelId="{C5AB1A6E-4E9C-4FD3-BA10-736CEB4EA9FC}" type="presOf" srcId="{BB1D91FA-ED25-4D96-8156-D291D3385E4A}" destId="{9E33809D-713D-4BE4-A6FA-86630B792980}" srcOrd="0" destOrd="0" presId="urn:microsoft.com/office/officeart/2005/8/layout/process5"/>
    <dgm:cxn modelId="{EA700054-204E-4A56-8E43-4E9D118C4569}" type="presOf" srcId="{00D326D6-5CA7-4556-8541-894BEDD72C41}" destId="{F230EAB4-CC3E-4655-B12F-3BCD76C6B1B8}" srcOrd="1" destOrd="0" presId="urn:microsoft.com/office/officeart/2005/8/layout/process5"/>
    <dgm:cxn modelId="{1D156D54-AF76-4040-B799-69C303229611}" type="presOf" srcId="{BE998093-6ED9-459C-96B0-A5922C566834}" destId="{77933586-A166-4280-A342-195460305BC1}" srcOrd="0" destOrd="0" presId="urn:microsoft.com/office/officeart/2005/8/layout/process5"/>
    <dgm:cxn modelId="{FD85F59E-4E43-4E80-BF77-F3B986F84E10}" srcId="{EB2CEEAB-0345-4B11-B599-DCCEBDFADFBC}" destId="{03482285-1BF2-46C0-BDDC-C83A6DFC37D9}" srcOrd="1" destOrd="0" parTransId="{FC09EFE3-3B95-4ECC-B031-A48F2062394C}" sibTransId="{928C6574-AFC1-4266-8F99-BA91A186F99A}"/>
    <dgm:cxn modelId="{BD0DD5A8-3C6C-4FCC-BFFD-83726D892980}" type="presOf" srcId="{1EB100BC-996E-41E6-B21E-3BF038E7FD1A}" destId="{F1F253A0-BFA5-45C8-851E-4C017E7107B1}" srcOrd="1" destOrd="0" presId="urn:microsoft.com/office/officeart/2005/8/layout/process5"/>
    <dgm:cxn modelId="{82D1C2CC-3B45-49E9-A47D-B03A0F8249EE}" type="presOf" srcId="{C7F85F12-51CE-4FF7-9F19-AB66CA514D21}" destId="{A56DD1AA-FDA7-4E05-B017-7CC3E48A525E}" srcOrd="0" destOrd="0" presId="urn:microsoft.com/office/officeart/2005/8/layout/process5"/>
    <dgm:cxn modelId="{D28B20CF-79AC-457A-AD18-3D435F31025A}" srcId="{EB2CEEAB-0345-4B11-B599-DCCEBDFADFBC}" destId="{BB1D91FA-ED25-4D96-8156-D291D3385E4A}" srcOrd="0" destOrd="0" parTransId="{688269AA-44AA-48C4-B70C-C5109E0F3161}" sibTransId="{1EB100BC-996E-41E6-B21E-3BF038E7FD1A}"/>
    <dgm:cxn modelId="{31D5EFD8-0422-470D-8CD1-86FF3C9329E5}" type="presOf" srcId="{928C6574-AFC1-4266-8F99-BA91A186F99A}" destId="{78D1F54B-A33E-4B9B-AD35-079CD60AD4FD}" srcOrd="0" destOrd="0" presId="urn:microsoft.com/office/officeart/2005/8/layout/process5"/>
    <dgm:cxn modelId="{11AF5DED-3CCD-4325-A556-9E85848EFC08}" type="presOf" srcId="{EB2CEEAB-0345-4B11-B599-DCCEBDFADFBC}" destId="{699F2E4E-FFA6-463B-8C4E-4033922B1031}" srcOrd="0" destOrd="0" presId="urn:microsoft.com/office/officeart/2005/8/layout/process5"/>
    <dgm:cxn modelId="{497905F0-58DD-41AD-97E7-190A0ECC71F6}" type="presOf" srcId="{700644ED-79E2-44D0-AE11-B0207C83EA4A}" destId="{7BFA6EDB-FA8D-42BE-882D-05629C364AAA}" srcOrd="0" destOrd="0" presId="urn:microsoft.com/office/officeart/2005/8/layout/process5"/>
    <dgm:cxn modelId="{1216EFF7-0EEF-47C0-AA4F-8BB4BFBF717E}" srcId="{EB2CEEAB-0345-4B11-B599-DCCEBDFADFBC}" destId="{BE998093-6ED9-459C-96B0-A5922C566834}" srcOrd="3" destOrd="0" parTransId="{BE4ED2D1-E78A-469B-A3DF-5E1D04AC2EE0}" sibTransId="{C7F85F12-51CE-4FF7-9F19-AB66CA514D21}"/>
    <dgm:cxn modelId="{008D8CB5-3777-44CE-8A93-BA79DF4C9C51}" type="presParOf" srcId="{699F2E4E-FFA6-463B-8C4E-4033922B1031}" destId="{9E33809D-713D-4BE4-A6FA-86630B792980}" srcOrd="0" destOrd="0" presId="urn:microsoft.com/office/officeart/2005/8/layout/process5"/>
    <dgm:cxn modelId="{27715A38-249D-4FF9-A5C0-8F575B0F1728}" type="presParOf" srcId="{699F2E4E-FFA6-463B-8C4E-4033922B1031}" destId="{D1D09F8C-E327-4462-9061-F23404D1EDAB}" srcOrd="1" destOrd="0" presId="urn:microsoft.com/office/officeart/2005/8/layout/process5"/>
    <dgm:cxn modelId="{07E9D436-4EC5-4014-B074-97C532E73A5C}" type="presParOf" srcId="{D1D09F8C-E327-4462-9061-F23404D1EDAB}" destId="{F1F253A0-BFA5-45C8-851E-4C017E7107B1}" srcOrd="0" destOrd="0" presId="urn:microsoft.com/office/officeart/2005/8/layout/process5"/>
    <dgm:cxn modelId="{9CED0C55-2446-49E1-BD99-992A6D01B276}" type="presParOf" srcId="{699F2E4E-FFA6-463B-8C4E-4033922B1031}" destId="{C039986C-2C7D-4CC2-8645-19DF3B06B508}" srcOrd="2" destOrd="0" presId="urn:microsoft.com/office/officeart/2005/8/layout/process5"/>
    <dgm:cxn modelId="{0889419D-7255-4E35-8A07-304676056ECC}" type="presParOf" srcId="{699F2E4E-FFA6-463B-8C4E-4033922B1031}" destId="{78D1F54B-A33E-4B9B-AD35-079CD60AD4FD}" srcOrd="3" destOrd="0" presId="urn:microsoft.com/office/officeart/2005/8/layout/process5"/>
    <dgm:cxn modelId="{5D34F7FA-739E-4B86-94F5-44CBDE7058A2}" type="presParOf" srcId="{78D1F54B-A33E-4B9B-AD35-079CD60AD4FD}" destId="{AE5466E1-44D2-4EC0-A74D-DBDA2CA47F3D}" srcOrd="0" destOrd="0" presId="urn:microsoft.com/office/officeart/2005/8/layout/process5"/>
    <dgm:cxn modelId="{D183DFB5-3D25-4467-B1A3-4A0FB6C7482B}" type="presParOf" srcId="{699F2E4E-FFA6-463B-8C4E-4033922B1031}" destId="{B4C11B20-4BDA-40F4-829A-77B8296602D6}" srcOrd="4" destOrd="0" presId="urn:microsoft.com/office/officeart/2005/8/layout/process5"/>
    <dgm:cxn modelId="{07C79074-C3C6-4083-BA29-70F83C2F80C3}" type="presParOf" srcId="{699F2E4E-FFA6-463B-8C4E-4033922B1031}" destId="{9A26AFCD-0008-4621-ABD5-434562ABB272}" srcOrd="5" destOrd="0" presId="urn:microsoft.com/office/officeart/2005/8/layout/process5"/>
    <dgm:cxn modelId="{89ABD58E-591B-4060-9BD7-01D8D7D3757B}" type="presParOf" srcId="{9A26AFCD-0008-4621-ABD5-434562ABB272}" destId="{F230EAB4-CC3E-4655-B12F-3BCD76C6B1B8}" srcOrd="0" destOrd="0" presId="urn:microsoft.com/office/officeart/2005/8/layout/process5"/>
    <dgm:cxn modelId="{1523CC6E-BEF7-467E-9276-0360DD57F952}" type="presParOf" srcId="{699F2E4E-FFA6-463B-8C4E-4033922B1031}" destId="{77933586-A166-4280-A342-195460305BC1}" srcOrd="6" destOrd="0" presId="urn:microsoft.com/office/officeart/2005/8/layout/process5"/>
    <dgm:cxn modelId="{20C83B03-CB77-41A3-B3C7-13DDABFD02B5}" type="presParOf" srcId="{699F2E4E-FFA6-463B-8C4E-4033922B1031}" destId="{A56DD1AA-FDA7-4E05-B017-7CC3E48A525E}" srcOrd="7" destOrd="0" presId="urn:microsoft.com/office/officeart/2005/8/layout/process5"/>
    <dgm:cxn modelId="{E5C82E1A-6C2F-40DF-857E-00CBE6245740}" type="presParOf" srcId="{A56DD1AA-FDA7-4E05-B017-7CC3E48A525E}" destId="{7DC8D52A-8D2F-4698-A6A9-3FA44C5508AC}" srcOrd="0" destOrd="0" presId="urn:microsoft.com/office/officeart/2005/8/layout/process5"/>
    <dgm:cxn modelId="{EE2C8862-039C-446F-B075-958557EDCF35}" type="presParOf" srcId="{699F2E4E-FFA6-463B-8C4E-4033922B1031}" destId="{7BFA6EDB-FA8D-42BE-882D-05629C364AAA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A18F0B-4331-4B62-90F4-F687AA9F092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6DD9019-663F-4254-A961-6A1C1EA84178}">
      <dgm:prSet/>
      <dgm:spPr/>
      <dgm:t>
        <a:bodyPr/>
        <a:lstStyle/>
        <a:p>
          <a:r>
            <a:rPr lang="en-US"/>
            <a:t>Act only based on current percept.</a:t>
          </a:r>
        </a:p>
      </dgm:t>
    </dgm:pt>
    <dgm:pt modelId="{1E662833-47A9-4541-A98E-76A956B417B5}" type="parTrans" cxnId="{A568B66B-36AD-49E8-A880-3DF71B22F1E0}">
      <dgm:prSet/>
      <dgm:spPr/>
      <dgm:t>
        <a:bodyPr/>
        <a:lstStyle/>
        <a:p>
          <a:endParaRPr lang="en-US"/>
        </a:p>
      </dgm:t>
    </dgm:pt>
    <dgm:pt modelId="{9E9E4F15-6B04-477A-AF1F-03384A0DBE0E}" type="sibTrans" cxnId="{A568B66B-36AD-49E8-A880-3DF71B22F1E0}">
      <dgm:prSet/>
      <dgm:spPr/>
      <dgm:t>
        <a:bodyPr/>
        <a:lstStyle/>
        <a:p>
          <a:endParaRPr lang="en-US"/>
        </a:p>
      </dgm:t>
    </dgm:pt>
    <dgm:pt modelId="{2D04FB12-6E7A-4CEE-A440-263428E53403}">
      <dgm:prSet/>
      <dgm:spPr/>
      <dgm:t>
        <a:bodyPr/>
        <a:lstStyle/>
        <a:p>
          <a:r>
            <a:rPr lang="en-US"/>
            <a:t>In this conditioned is fixed i.e works on if   conditions rules.</a:t>
          </a:r>
        </a:p>
      </dgm:t>
    </dgm:pt>
    <dgm:pt modelId="{2DE4BB16-2A5A-4A2E-AA9D-2C772BE9A759}" type="parTrans" cxnId="{05E31E3D-E09C-4698-A9EF-F2307743B5B2}">
      <dgm:prSet/>
      <dgm:spPr/>
      <dgm:t>
        <a:bodyPr/>
        <a:lstStyle/>
        <a:p>
          <a:endParaRPr lang="en-US"/>
        </a:p>
      </dgm:t>
    </dgm:pt>
    <dgm:pt modelId="{FD9ED906-4B79-49F0-AEE9-CC1A35CF3A0D}" type="sibTrans" cxnId="{05E31E3D-E09C-4698-A9EF-F2307743B5B2}">
      <dgm:prSet/>
      <dgm:spPr/>
      <dgm:t>
        <a:bodyPr/>
        <a:lstStyle/>
        <a:p>
          <a:endParaRPr lang="en-US"/>
        </a:p>
      </dgm:t>
    </dgm:pt>
    <dgm:pt modelId="{7BC740D7-84CC-4CE8-86B5-E8B8003281ED}">
      <dgm:prSet/>
      <dgm:spPr/>
      <dgm:t>
        <a:bodyPr/>
        <a:lstStyle/>
        <a:p>
          <a:r>
            <a:rPr lang="en-US"/>
            <a:t>They do not consider the history of past actions and future consequences  of their current actions.</a:t>
          </a:r>
        </a:p>
      </dgm:t>
    </dgm:pt>
    <dgm:pt modelId="{477B899F-4D86-491B-9BA9-E5C061554788}" type="parTrans" cxnId="{5814CA0A-E9DF-4A23-9A33-9347DCE0A7DE}">
      <dgm:prSet/>
      <dgm:spPr/>
      <dgm:t>
        <a:bodyPr/>
        <a:lstStyle/>
        <a:p>
          <a:endParaRPr lang="en-US"/>
        </a:p>
      </dgm:t>
    </dgm:pt>
    <dgm:pt modelId="{CABD77F4-D244-410D-A4F0-A495A01C401A}" type="sibTrans" cxnId="{5814CA0A-E9DF-4A23-9A33-9347DCE0A7DE}">
      <dgm:prSet/>
      <dgm:spPr/>
      <dgm:t>
        <a:bodyPr/>
        <a:lstStyle/>
        <a:p>
          <a:endParaRPr lang="en-US"/>
        </a:p>
      </dgm:t>
    </dgm:pt>
    <dgm:pt modelId="{B7AB855F-291F-4EB2-A2C2-E60B4D402708}" type="pres">
      <dgm:prSet presAssocID="{6AA18F0B-4331-4B62-90F4-F687AA9F092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CACF4D-4F9A-45B2-B287-05B573497A34}" type="pres">
      <dgm:prSet presAssocID="{E6DD9019-663F-4254-A961-6A1C1EA84178}" presName="hierRoot1" presStyleCnt="0"/>
      <dgm:spPr/>
    </dgm:pt>
    <dgm:pt modelId="{EA11F6F2-BAD4-4B11-AEF7-85568F830CEF}" type="pres">
      <dgm:prSet presAssocID="{E6DD9019-663F-4254-A961-6A1C1EA84178}" presName="composite" presStyleCnt="0"/>
      <dgm:spPr/>
    </dgm:pt>
    <dgm:pt modelId="{7C4CECCC-E7C5-4C69-BBA3-041858C5DE54}" type="pres">
      <dgm:prSet presAssocID="{E6DD9019-663F-4254-A961-6A1C1EA84178}" presName="background" presStyleLbl="node0" presStyleIdx="0" presStyleCnt="3"/>
      <dgm:spPr/>
    </dgm:pt>
    <dgm:pt modelId="{F87CF00C-5CFE-46A8-9624-48B6903CC082}" type="pres">
      <dgm:prSet presAssocID="{E6DD9019-663F-4254-A961-6A1C1EA84178}" presName="text" presStyleLbl="fgAcc0" presStyleIdx="0" presStyleCnt="3">
        <dgm:presLayoutVars>
          <dgm:chPref val="3"/>
        </dgm:presLayoutVars>
      </dgm:prSet>
      <dgm:spPr/>
    </dgm:pt>
    <dgm:pt modelId="{CEDE4E0B-1B62-40DD-89E2-F1A93B42AD6B}" type="pres">
      <dgm:prSet presAssocID="{E6DD9019-663F-4254-A961-6A1C1EA84178}" presName="hierChild2" presStyleCnt="0"/>
      <dgm:spPr/>
    </dgm:pt>
    <dgm:pt modelId="{7EAAA30A-8D2C-4B05-B0F4-889A0FDD43A9}" type="pres">
      <dgm:prSet presAssocID="{2D04FB12-6E7A-4CEE-A440-263428E53403}" presName="hierRoot1" presStyleCnt="0"/>
      <dgm:spPr/>
    </dgm:pt>
    <dgm:pt modelId="{CDC9288C-53C6-444D-AFAD-3C6BE7459B33}" type="pres">
      <dgm:prSet presAssocID="{2D04FB12-6E7A-4CEE-A440-263428E53403}" presName="composite" presStyleCnt="0"/>
      <dgm:spPr/>
    </dgm:pt>
    <dgm:pt modelId="{9495107E-694A-4CF4-A409-738415D268AD}" type="pres">
      <dgm:prSet presAssocID="{2D04FB12-6E7A-4CEE-A440-263428E53403}" presName="background" presStyleLbl="node0" presStyleIdx="1" presStyleCnt="3"/>
      <dgm:spPr/>
    </dgm:pt>
    <dgm:pt modelId="{BF36BC33-2073-423B-AAA2-2EAE6C759252}" type="pres">
      <dgm:prSet presAssocID="{2D04FB12-6E7A-4CEE-A440-263428E53403}" presName="text" presStyleLbl="fgAcc0" presStyleIdx="1" presStyleCnt="3">
        <dgm:presLayoutVars>
          <dgm:chPref val="3"/>
        </dgm:presLayoutVars>
      </dgm:prSet>
      <dgm:spPr/>
    </dgm:pt>
    <dgm:pt modelId="{B838D5DE-7D5B-4388-A72F-1E944AD7CFD4}" type="pres">
      <dgm:prSet presAssocID="{2D04FB12-6E7A-4CEE-A440-263428E53403}" presName="hierChild2" presStyleCnt="0"/>
      <dgm:spPr/>
    </dgm:pt>
    <dgm:pt modelId="{63DCC476-DF22-4868-9EEE-D46C889196CC}" type="pres">
      <dgm:prSet presAssocID="{7BC740D7-84CC-4CE8-86B5-E8B8003281ED}" presName="hierRoot1" presStyleCnt="0"/>
      <dgm:spPr/>
    </dgm:pt>
    <dgm:pt modelId="{CDD9B8F7-A1A9-40B3-B9F6-2BA18D498C28}" type="pres">
      <dgm:prSet presAssocID="{7BC740D7-84CC-4CE8-86B5-E8B8003281ED}" presName="composite" presStyleCnt="0"/>
      <dgm:spPr/>
    </dgm:pt>
    <dgm:pt modelId="{FE11528D-83B6-4ADB-8E5B-E37D3F3AFF28}" type="pres">
      <dgm:prSet presAssocID="{7BC740D7-84CC-4CE8-86B5-E8B8003281ED}" presName="background" presStyleLbl="node0" presStyleIdx="2" presStyleCnt="3"/>
      <dgm:spPr/>
    </dgm:pt>
    <dgm:pt modelId="{99F52994-8357-4A67-BF7A-9E9350B72BDE}" type="pres">
      <dgm:prSet presAssocID="{7BC740D7-84CC-4CE8-86B5-E8B8003281ED}" presName="text" presStyleLbl="fgAcc0" presStyleIdx="2" presStyleCnt="3">
        <dgm:presLayoutVars>
          <dgm:chPref val="3"/>
        </dgm:presLayoutVars>
      </dgm:prSet>
      <dgm:spPr/>
    </dgm:pt>
    <dgm:pt modelId="{6D6040C7-2928-49B3-BBBB-4EDB46C98BF0}" type="pres">
      <dgm:prSet presAssocID="{7BC740D7-84CC-4CE8-86B5-E8B8003281ED}" presName="hierChild2" presStyleCnt="0"/>
      <dgm:spPr/>
    </dgm:pt>
  </dgm:ptLst>
  <dgm:cxnLst>
    <dgm:cxn modelId="{0CB74702-596D-47B9-8380-BD0386CBAD79}" type="presOf" srcId="{6AA18F0B-4331-4B62-90F4-F687AA9F0927}" destId="{B7AB855F-291F-4EB2-A2C2-E60B4D402708}" srcOrd="0" destOrd="0" presId="urn:microsoft.com/office/officeart/2005/8/layout/hierarchy1"/>
    <dgm:cxn modelId="{5814CA0A-E9DF-4A23-9A33-9347DCE0A7DE}" srcId="{6AA18F0B-4331-4B62-90F4-F687AA9F0927}" destId="{7BC740D7-84CC-4CE8-86B5-E8B8003281ED}" srcOrd="2" destOrd="0" parTransId="{477B899F-4D86-491B-9BA9-E5C061554788}" sibTransId="{CABD77F4-D244-410D-A4F0-A495A01C401A}"/>
    <dgm:cxn modelId="{BA827139-7FC2-49FD-B9B1-F9434C774330}" type="presOf" srcId="{7BC740D7-84CC-4CE8-86B5-E8B8003281ED}" destId="{99F52994-8357-4A67-BF7A-9E9350B72BDE}" srcOrd="0" destOrd="0" presId="urn:microsoft.com/office/officeart/2005/8/layout/hierarchy1"/>
    <dgm:cxn modelId="{05E31E3D-E09C-4698-A9EF-F2307743B5B2}" srcId="{6AA18F0B-4331-4B62-90F4-F687AA9F0927}" destId="{2D04FB12-6E7A-4CEE-A440-263428E53403}" srcOrd="1" destOrd="0" parTransId="{2DE4BB16-2A5A-4A2E-AA9D-2C772BE9A759}" sibTransId="{FD9ED906-4B79-49F0-AEE9-CC1A35CF3A0D}"/>
    <dgm:cxn modelId="{A568B66B-36AD-49E8-A880-3DF71B22F1E0}" srcId="{6AA18F0B-4331-4B62-90F4-F687AA9F0927}" destId="{E6DD9019-663F-4254-A961-6A1C1EA84178}" srcOrd="0" destOrd="0" parTransId="{1E662833-47A9-4541-A98E-76A956B417B5}" sibTransId="{9E9E4F15-6B04-477A-AF1F-03384A0DBE0E}"/>
    <dgm:cxn modelId="{23B43E53-A754-42A9-967A-04531C57455B}" type="presOf" srcId="{E6DD9019-663F-4254-A961-6A1C1EA84178}" destId="{F87CF00C-5CFE-46A8-9624-48B6903CC082}" srcOrd="0" destOrd="0" presId="urn:microsoft.com/office/officeart/2005/8/layout/hierarchy1"/>
    <dgm:cxn modelId="{7BF6BC73-66F7-4616-8AD3-AF0714A786D1}" type="presOf" srcId="{2D04FB12-6E7A-4CEE-A440-263428E53403}" destId="{BF36BC33-2073-423B-AAA2-2EAE6C759252}" srcOrd="0" destOrd="0" presId="urn:microsoft.com/office/officeart/2005/8/layout/hierarchy1"/>
    <dgm:cxn modelId="{9301F889-3856-4722-88E5-8633EC2B3968}" type="presParOf" srcId="{B7AB855F-291F-4EB2-A2C2-E60B4D402708}" destId="{47CACF4D-4F9A-45B2-B287-05B573497A34}" srcOrd="0" destOrd="0" presId="urn:microsoft.com/office/officeart/2005/8/layout/hierarchy1"/>
    <dgm:cxn modelId="{85A218A0-5A69-4611-832E-9E975AFF2645}" type="presParOf" srcId="{47CACF4D-4F9A-45B2-B287-05B573497A34}" destId="{EA11F6F2-BAD4-4B11-AEF7-85568F830CEF}" srcOrd="0" destOrd="0" presId="urn:microsoft.com/office/officeart/2005/8/layout/hierarchy1"/>
    <dgm:cxn modelId="{C74BAEC4-A984-4F5E-9BDD-A43B88A9FFDB}" type="presParOf" srcId="{EA11F6F2-BAD4-4B11-AEF7-85568F830CEF}" destId="{7C4CECCC-E7C5-4C69-BBA3-041858C5DE54}" srcOrd="0" destOrd="0" presId="urn:microsoft.com/office/officeart/2005/8/layout/hierarchy1"/>
    <dgm:cxn modelId="{5E022247-996D-4C86-927B-6FF7BA495DA7}" type="presParOf" srcId="{EA11F6F2-BAD4-4B11-AEF7-85568F830CEF}" destId="{F87CF00C-5CFE-46A8-9624-48B6903CC082}" srcOrd="1" destOrd="0" presId="urn:microsoft.com/office/officeart/2005/8/layout/hierarchy1"/>
    <dgm:cxn modelId="{7D5CCC3B-EB7B-4B3B-A1A7-22DD3CB332B6}" type="presParOf" srcId="{47CACF4D-4F9A-45B2-B287-05B573497A34}" destId="{CEDE4E0B-1B62-40DD-89E2-F1A93B42AD6B}" srcOrd="1" destOrd="0" presId="urn:microsoft.com/office/officeart/2005/8/layout/hierarchy1"/>
    <dgm:cxn modelId="{E2AE2D47-BBE9-4E5E-B019-A1265F8C8EB5}" type="presParOf" srcId="{B7AB855F-291F-4EB2-A2C2-E60B4D402708}" destId="{7EAAA30A-8D2C-4B05-B0F4-889A0FDD43A9}" srcOrd="1" destOrd="0" presId="urn:microsoft.com/office/officeart/2005/8/layout/hierarchy1"/>
    <dgm:cxn modelId="{1E25C768-C8B8-472E-B24A-3CA9576F5B6A}" type="presParOf" srcId="{7EAAA30A-8D2C-4B05-B0F4-889A0FDD43A9}" destId="{CDC9288C-53C6-444D-AFAD-3C6BE7459B33}" srcOrd="0" destOrd="0" presId="urn:microsoft.com/office/officeart/2005/8/layout/hierarchy1"/>
    <dgm:cxn modelId="{282BED2F-ACA6-42CD-BD7A-44CFBC68D92F}" type="presParOf" srcId="{CDC9288C-53C6-444D-AFAD-3C6BE7459B33}" destId="{9495107E-694A-4CF4-A409-738415D268AD}" srcOrd="0" destOrd="0" presId="urn:microsoft.com/office/officeart/2005/8/layout/hierarchy1"/>
    <dgm:cxn modelId="{B2B087F4-251D-4E29-955A-6CE86CCB88DE}" type="presParOf" srcId="{CDC9288C-53C6-444D-AFAD-3C6BE7459B33}" destId="{BF36BC33-2073-423B-AAA2-2EAE6C759252}" srcOrd="1" destOrd="0" presId="urn:microsoft.com/office/officeart/2005/8/layout/hierarchy1"/>
    <dgm:cxn modelId="{BDD763AA-53D9-41E6-902D-0E5C8BF2E8FB}" type="presParOf" srcId="{7EAAA30A-8D2C-4B05-B0F4-889A0FDD43A9}" destId="{B838D5DE-7D5B-4388-A72F-1E944AD7CFD4}" srcOrd="1" destOrd="0" presId="urn:microsoft.com/office/officeart/2005/8/layout/hierarchy1"/>
    <dgm:cxn modelId="{41D65EBF-5F28-4D0B-83EF-93874B856A93}" type="presParOf" srcId="{B7AB855F-291F-4EB2-A2C2-E60B4D402708}" destId="{63DCC476-DF22-4868-9EEE-D46C889196CC}" srcOrd="2" destOrd="0" presId="urn:microsoft.com/office/officeart/2005/8/layout/hierarchy1"/>
    <dgm:cxn modelId="{702BBBA3-3C95-4640-986B-0FE75E6FC2BD}" type="presParOf" srcId="{63DCC476-DF22-4868-9EEE-D46C889196CC}" destId="{CDD9B8F7-A1A9-40B3-B9F6-2BA18D498C28}" srcOrd="0" destOrd="0" presId="urn:microsoft.com/office/officeart/2005/8/layout/hierarchy1"/>
    <dgm:cxn modelId="{4DEBF9BE-5F20-4E12-8CE6-E493EE6EC7E4}" type="presParOf" srcId="{CDD9B8F7-A1A9-40B3-B9F6-2BA18D498C28}" destId="{FE11528D-83B6-4ADB-8E5B-E37D3F3AFF28}" srcOrd="0" destOrd="0" presId="urn:microsoft.com/office/officeart/2005/8/layout/hierarchy1"/>
    <dgm:cxn modelId="{DC400443-1407-46CB-83CB-9FEB3150FA6C}" type="presParOf" srcId="{CDD9B8F7-A1A9-40B3-B9F6-2BA18D498C28}" destId="{99F52994-8357-4A67-BF7A-9E9350B72BDE}" srcOrd="1" destOrd="0" presId="urn:microsoft.com/office/officeart/2005/8/layout/hierarchy1"/>
    <dgm:cxn modelId="{D21717D5-5761-454D-AF11-77C46FA9BB18}" type="presParOf" srcId="{63DCC476-DF22-4868-9EEE-D46C889196CC}" destId="{6D6040C7-2928-49B3-BBBB-4EDB46C98BF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727A48-4ECE-4C13-9C25-9D165CFAAF3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15F1EA-6818-4DD8-AC58-7B50663930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1.Sensors perceive the </a:t>
          </a:r>
          <a:r>
            <a:rPr lang="en-US" dirty="0" err="1"/>
            <a:t>environment:The</a:t>
          </a:r>
          <a:r>
            <a:rPr lang="en-US" dirty="0"/>
            <a:t> agent uses sensors to capture the current percept (input) from the environment .</a:t>
          </a:r>
        </a:p>
      </dgm:t>
    </dgm:pt>
    <dgm:pt modelId="{5D8E7412-9FF4-4E89-9835-C2DEBE98D6DE}" type="parTrans" cxnId="{D7BAE9A2-6EB6-4908-BED1-D8B9F58654A0}">
      <dgm:prSet/>
      <dgm:spPr/>
      <dgm:t>
        <a:bodyPr/>
        <a:lstStyle/>
        <a:p>
          <a:endParaRPr lang="en-US"/>
        </a:p>
      </dgm:t>
    </dgm:pt>
    <dgm:pt modelId="{E742ADED-4979-419C-9D7B-C049883F6F81}" type="sibTrans" cxnId="{D7BAE9A2-6EB6-4908-BED1-D8B9F58654A0}">
      <dgm:prSet/>
      <dgm:spPr/>
      <dgm:t>
        <a:bodyPr/>
        <a:lstStyle/>
        <a:p>
          <a:endParaRPr lang="en-US"/>
        </a:p>
      </dgm:t>
    </dgm:pt>
    <dgm:pt modelId="{38DBF84D-FA74-4C74-A079-30F6A7E65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2.Condition-actions Rules:The core of the simple reflex agent is a collection of "if-then" rules. Each rule links a specific perceived condition to a corresponding action.</a:t>
          </a:r>
        </a:p>
      </dgm:t>
    </dgm:pt>
    <dgm:pt modelId="{0D229D09-E41B-4307-B9A4-4BD99E5D87C3}" type="parTrans" cxnId="{0D46EF96-FB56-4CA5-9EF0-C5D027E47467}">
      <dgm:prSet/>
      <dgm:spPr/>
      <dgm:t>
        <a:bodyPr/>
        <a:lstStyle/>
        <a:p>
          <a:endParaRPr lang="en-US"/>
        </a:p>
      </dgm:t>
    </dgm:pt>
    <dgm:pt modelId="{43229C36-18D8-48F6-906B-5A0847A55777}" type="sibTrans" cxnId="{0D46EF96-FB56-4CA5-9EF0-C5D027E47467}">
      <dgm:prSet/>
      <dgm:spPr/>
      <dgm:t>
        <a:bodyPr/>
        <a:lstStyle/>
        <a:p>
          <a:endParaRPr lang="en-US"/>
        </a:p>
      </dgm:t>
    </dgm:pt>
    <dgm:pt modelId="{4D42B898-7771-4E69-B1CF-58CC7DA0C2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3.Rule Matching: The agent compares the current percept against its predefined condition-action rules.</a:t>
          </a:r>
        </a:p>
      </dgm:t>
    </dgm:pt>
    <dgm:pt modelId="{B89F5FA6-047F-4BD5-8D91-9AF755C9480E}" type="parTrans" cxnId="{E44CCF8E-2F84-45A3-AB88-117E4B1E15ED}">
      <dgm:prSet/>
      <dgm:spPr/>
      <dgm:t>
        <a:bodyPr/>
        <a:lstStyle/>
        <a:p>
          <a:endParaRPr lang="en-US"/>
        </a:p>
      </dgm:t>
    </dgm:pt>
    <dgm:pt modelId="{00513AEC-F02B-4543-AE17-846C2989F214}" type="sibTrans" cxnId="{E44CCF8E-2F84-45A3-AB88-117E4B1E15ED}">
      <dgm:prSet/>
      <dgm:spPr/>
      <dgm:t>
        <a:bodyPr/>
        <a:lstStyle/>
        <a:p>
          <a:endParaRPr lang="en-US"/>
        </a:p>
      </dgm:t>
    </dgm:pt>
    <dgm:pt modelId="{8CF31893-85D5-43A1-ADEB-3559384D31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4.Action Execution: When a rule's condition matches the current percept, the agent performs the associated action using its effectors . If multiple rules match, a priority system determines which action to take. </a:t>
          </a:r>
        </a:p>
      </dgm:t>
    </dgm:pt>
    <dgm:pt modelId="{D91F105E-F689-4D0E-85E1-3FB67708088E}" type="parTrans" cxnId="{6D78195E-DBE6-4253-8699-E8565A9B11CB}">
      <dgm:prSet/>
      <dgm:spPr/>
      <dgm:t>
        <a:bodyPr/>
        <a:lstStyle/>
        <a:p>
          <a:endParaRPr lang="en-US"/>
        </a:p>
      </dgm:t>
    </dgm:pt>
    <dgm:pt modelId="{3AB6A019-66C8-4DED-9BDE-A216768CF341}" type="sibTrans" cxnId="{6D78195E-DBE6-4253-8699-E8565A9B11CB}">
      <dgm:prSet/>
      <dgm:spPr/>
      <dgm:t>
        <a:bodyPr/>
        <a:lstStyle/>
        <a:p>
          <a:endParaRPr lang="en-US"/>
        </a:p>
      </dgm:t>
    </dgm:pt>
    <dgm:pt modelId="{FB643D0E-9B95-494C-AE58-D36508114FEE}" type="pres">
      <dgm:prSet presAssocID="{92727A48-4ECE-4C13-9C25-9D165CFAAF35}" presName="linear" presStyleCnt="0">
        <dgm:presLayoutVars>
          <dgm:animLvl val="lvl"/>
          <dgm:resizeHandles val="exact"/>
        </dgm:presLayoutVars>
      </dgm:prSet>
      <dgm:spPr/>
    </dgm:pt>
    <dgm:pt modelId="{026648AC-F34B-4104-A656-9E3A63AEC871}" type="pres">
      <dgm:prSet presAssocID="{D515F1EA-6818-4DD8-AC58-7B50663930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3282FE-C569-492E-910C-67F20CD8E1C9}" type="pres">
      <dgm:prSet presAssocID="{E742ADED-4979-419C-9D7B-C049883F6F81}" presName="spacer" presStyleCnt="0"/>
      <dgm:spPr/>
    </dgm:pt>
    <dgm:pt modelId="{DE6D6D59-24F6-483E-AC1F-43DA4D7C039C}" type="pres">
      <dgm:prSet presAssocID="{38DBF84D-FA74-4C74-A079-30F6A7E658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01F097-723F-45E9-A935-CBC7067792AD}" type="pres">
      <dgm:prSet presAssocID="{43229C36-18D8-48F6-906B-5A0847A55777}" presName="spacer" presStyleCnt="0"/>
      <dgm:spPr/>
    </dgm:pt>
    <dgm:pt modelId="{7F2271A7-BDF5-4B10-8A10-F279A8968FD0}" type="pres">
      <dgm:prSet presAssocID="{4D42B898-7771-4E69-B1CF-58CC7DA0C2D7}" presName="parentText" presStyleLbl="node1" presStyleIdx="2" presStyleCnt="4" custLinFactNeighborY="24498">
        <dgm:presLayoutVars>
          <dgm:chMax val="0"/>
          <dgm:bulletEnabled val="1"/>
        </dgm:presLayoutVars>
      </dgm:prSet>
      <dgm:spPr/>
    </dgm:pt>
    <dgm:pt modelId="{7816AEE3-8071-46CA-8FF7-BBE7E4407C9E}" type="pres">
      <dgm:prSet presAssocID="{00513AEC-F02B-4543-AE17-846C2989F214}" presName="spacer" presStyleCnt="0"/>
      <dgm:spPr/>
    </dgm:pt>
    <dgm:pt modelId="{153D587B-2F06-4981-8751-16F01FFA111F}" type="pres">
      <dgm:prSet presAssocID="{8CF31893-85D5-43A1-ADEB-3559384D31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A54605-3291-4BC6-A64E-D31E68ECC9A2}" type="presOf" srcId="{4D42B898-7771-4E69-B1CF-58CC7DA0C2D7}" destId="{7F2271A7-BDF5-4B10-8A10-F279A8968FD0}" srcOrd="0" destOrd="0" presId="urn:microsoft.com/office/officeart/2005/8/layout/vList2"/>
    <dgm:cxn modelId="{CCDA6A37-DE04-44CD-B440-A1B022C85325}" type="presOf" srcId="{92727A48-4ECE-4C13-9C25-9D165CFAAF35}" destId="{FB643D0E-9B95-494C-AE58-D36508114FEE}" srcOrd="0" destOrd="0" presId="urn:microsoft.com/office/officeart/2005/8/layout/vList2"/>
    <dgm:cxn modelId="{6D78195E-DBE6-4253-8699-E8565A9B11CB}" srcId="{92727A48-4ECE-4C13-9C25-9D165CFAAF35}" destId="{8CF31893-85D5-43A1-ADEB-3559384D3155}" srcOrd="3" destOrd="0" parTransId="{D91F105E-F689-4D0E-85E1-3FB67708088E}" sibTransId="{3AB6A019-66C8-4DED-9BDE-A216768CF341}"/>
    <dgm:cxn modelId="{44328452-3EF8-487A-871F-F9507C706711}" type="presOf" srcId="{38DBF84D-FA74-4C74-A079-30F6A7E65867}" destId="{DE6D6D59-24F6-483E-AC1F-43DA4D7C039C}" srcOrd="0" destOrd="0" presId="urn:microsoft.com/office/officeart/2005/8/layout/vList2"/>
    <dgm:cxn modelId="{E44CCF8E-2F84-45A3-AB88-117E4B1E15ED}" srcId="{92727A48-4ECE-4C13-9C25-9D165CFAAF35}" destId="{4D42B898-7771-4E69-B1CF-58CC7DA0C2D7}" srcOrd="2" destOrd="0" parTransId="{B89F5FA6-047F-4BD5-8D91-9AF755C9480E}" sibTransId="{00513AEC-F02B-4543-AE17-846C2989F214}"/>
    <dgm:cxn modelId="{0D46EF96-FB56-4CA5-9EF0-C5D027E47467}" srcId="{92727A48-4ECE-4C13-9C25-9D165CFAAF35}" destId="{38DBF84D-FA74-4C74-A079-30F6A7E65867}" srcOrd="1" destOrd="0" parTransId="{0D229D09-E41B-4307-B9A4-4BD99E5D87C3}" sibTransId="{43229C36-18D8-48F6-906B-5A0847A55777}"/>
    <dgm:cxn modelId="{D7BAE9A2-6EB6-4908-BED1-D8B9F58654A0}" srcId="{92727A48-4ECE-4C13-9C25-9D165CFAAF35}" destId="{D515F1EA-6818-4DD8-AC58-7B5066393033}" srcOrd="0" destOrd="0" parTransId="{5D8E7412-9FF4-4E89-9835-C2DEBE98D6DE}" sibTransId="{E742ADED-4979-419C-9D7B-C049883F6F81}"/>
    <dgm:cxn modelId="{AB77A3C8-D6E0-48B2-80A0-28534C016CBD}" type="presOf" srcId="{D515F1EA-6818-4DD8-AC58-7B5066393033}" destId="{026648AC-F34B-4104-A656-9E3A63AEC871}" srcOrd="0" destOrd="0" presId="urn:microsoft.com/office/officeart/2005/8/layout/vList2"/>
    <dgm:cxn modelId="{19C8E3CE-1C2E-46A6-ACD6-236E8D270BC9}" type="presOf" srcId="{8CF31893-85D5-43A1-ADEB-3559384D3155}" destId="{153D587B-2F06-4981-8751-16F01FFA111F}" srcOrd="0" destOrd="0" presId="urn:microsoft.com/office/officeart/2005/8/layout/vList2"/>
    <dgm:cxn modelId="{225557B9-ECD4-4FD7-9931-AC3FAACDCD7B}" type="presParOf" srcId="{FB643D0E-9B95-494C-AE58-D36508114FEE}" destId="{026648AC-F34B-4104-A656-9E3A63AEC871}" srcOrd="0" destOrd="0" presId="urn:microsoft.com/office/officeart/2005/8/layout/vList2"/>
    <dgm:cxn modelId="{56BB04DA-2104-4B4D-A7B9-EE18B62599DA}" type="presParOf" srcId="{FB643D0E-9B95-494C-AE58-D36508114FEE}" destId="{B63282FE-C569-492E-910C-67F20CD8E1C9}" srcOrd="1" destOrd="0" presId="urn:microsoft.com/office/officeart/2005/8/layout/vList2"/>
    <dgm:cxn modelId="{65374C94-4738-4B78-A8B5-563235C6E10A}" type="presParOf" srcId="{FB643D0E-9B95-494C-AE58-D36508114FEE}" destId="{DE6D6D59-24F6-483E-AC1F-43DA4D7C039C}" srcOrd="2" destOrd="0" presId="urn:microsoft.com/office/officeart/2005/8/layout/vList2"/>
    <dgm:cxn modelId="{E770C54A-0AE2-48CE-96FA-D6B9FB3E0C1B}" type="presParOf" srcId="{FB643D0E-9B95-494C-AE58-D36508114FEE}" destId="{CC01F097-723F-45E9-A935-CBC7067792AD}" srcOrd="3" destOrd="0" presId="urn:microsoft.com/office/officeart/2005/8/layout/vList2"/>
    <dgm:cxn modelId="{C0105245-C7AF-4A8B-BFB5-431A6BA5F353}" type="presParOf" srcId="{FB643D0E-9B95-494C-AE58-D36508114FEE}" destId="{7F2271A7-BDF5-4B10-8A10-F279A8968FD0}" srcOrd="4" destOrd="0" presId="urn:microsoft.com/office/officeart/2005/8/layout/vList2"/>
    <dgm:cxn modelId="{CEB1F79C-98C4-4B9B-AFF0-7E0647F11F5F}" type="presParOf" srcId="{FB643D0E-9B95-494C-AE58-D36508114FEE}" destId="{7816AEE3-8071-46CA-8FF7-BBE7E4407C9E}" srcOrd="5" destOrd="0" presId="urn:microsoft.com/office/officeart/2005/8/layout/vList2"/>
    <dgm:cxn modelId="{7038338D-FB6F-4B24-BF14-B2A723A17A91}" type="presParOf" srcId="{FB643D0E-9B95-494C-AE58-D36508114FEE}" destId="{153D587B-2F06-4981-8751-16F01FFA11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7C16C5-4A3B-4AB8-B2F4-05DD31B9443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4F426BC-714C-4619-89CF-5FCA2BBD6CED}">
      <dgm:prSet custT="1"/>
      <dgm:spPr/>
      <dgm:t>
        <a:bodyPr/>
        <a:lstStyle/>
        <a:p>
          <a:r>
            <a:rPr lang="en-US" sz="2000" b="1" dirty="0" err="1"/>
            <a:t>Perception:</a:t>
          </a:r>
          <a:r>
            <a:rPr lang="en-US" sz="2000" dirty="0" err="1"/>
            <a:t>The</a:t>
          </a:r>
          <a:r>
            <a:rPr lang="en-US" sz="2000" dirty="0"/>
            <a:t>  agent receives  input from environment via sensors.</a:t>
          </a:r>
        </a:p>
      </dgm:t>
    </dgm:pt>
    <dgm:pt modelId="{ACDC5F86-6803-4E2F-A1F6-0B78587BC834}" type="parTrans" cxnId="{EC0FC3D5-FCD7-4995-9F88-C8A4E81D84EE}">
      <dgm:prSet/>
      <dgm:spPr/>
      <dgm:t>
        <a:bodyPr/>
        <a:lstStyle/>
        <a:p>
          <a:endParaRPr lang="en-US"/>
        </a:p>
      </dgm:t>
    </dgm:pt>
    <dgm:pt modelId="{5EEA2C41-03A5-486A-A7C4-7BB77EF78333}" type="sibTrans" cxnId="{EC0FC3D5-FCD7-4995-9F88-C8A4E81D84EE}">
      <dgm:prSet/>
      <dgm:spPr/>
      <dgm:t>
        <a:bodyPr/>
        <a:lstStyle/>
        <a:p>
          <a:endParaRPr lang="en-US"/>
        </a:p>
      </dgm:t>
    </dgm:pt>
    <dgm:pt modelId="{06FF7F14-91FB-4173-B7C3-F754D7EF4FD8}">
      <dgm:prSet/>
      <dgm:spPr/>
      <dgm:t>
        <a:bodyPr/>
        <a:lstStyle/>
        <a:p>
          <a:r>
            <a:rPr lang="en-US" b="1" dirty="0"/>
            <a:t>2.Internal State Update: </a:t>
          </a:r>
          <a:r>
            <a:rPr lang="en-US" dirty="0"/>
            <a:t>The agent uses its internal </a:t>
          </a:r>
          <a:r>
            <a:rPr lang="en-US" i="1" dirty="0"/>
            <a:t>model</a:t>
          </a:r>
          <a:r>
            <a:rPr lang="en-US" dirty="0"/>
            <a:t> to update its current </a:t>
          </a:r>
          <a:r>
            <a:rPr lang="en-US" i="1" dirty="0"/>
            <a:t>internal state</a:t>
          </a:r>
          <a:r>
            <a:rPr lang="en-US" dirty="0"/>
            <a:t>. The current percept combines with the previous state to generate the updated current state, which includes information about the world that isn't immediately visible in the current percept.</a:t>
          </a:r>
        </a:p>
      </dgm:t>
    </dgm:pt>
    <dgm:pt modelId="{0207BC34-C5BA-4428-B9D2-7E5188E8C7D5}" type="parTrans" cxnId="{1ADA0157-D3D1-4208-AAE7-562E85CBAF4D}">
      <dgm:prSet/>
      <dgm:spPr/>
      <dgm:t>
        <a:bodyPr/>
        <a:lstStyle/>
        <a:p>
          <a:endParaRPr lang="en-US"/>
        </a:p>
      </dgm:t>
    </dgm:pt>
    <dgm:pt modelId="{EE0099B0-2444-4E81-8EDE-C4131BAC4EF1}" type="sibTrans" cxnId="{1ADA0157-D3D1-4208-AAE7-562E85CBAF4D}">
      <dgm:prSet/>
      <dgm:spPr/>
      <dgm:t>
        <a:bodyPr/>
        <a:lstStyle/>
        <a:p>
          <a:endParaRPr lang="en-US"/>
        </a:p>
      </dgm:t>
    </dgm:pt>
    <dgm:pt modelId="{B3D5E898-EAC1-4AD8-9B39-C3BFCBBCFB39}">
      <dgm:prSet/>
      <dgm:spPr/>
      <dgm:t>
        <a:bodyPr/>
        <a:lstStyle/>
        <a:p>
          <a:r>
            <a:rPr lang="en-US" dirty="0"/>
            <a:t>3.</a:t>
          </a:r>
          <a:r>
            <a:rPr lang="en-US" b="1" dirty="0"/>
            <a:t>Rule Based Decision </a:t>
          </a:r>
          <a:r>
            <a:rPr lang="en-US" b="1" dirty="0" err="1"/>
            <a:t>Making</a:t>
          </a:r>
          <a:r>
            <a:rPr lang="en-US" dirty="0" err="1"/>
            <a:t>:The</a:t>
          </a:r>
          <a:r>
            <a:rPr lang="en-US" dirty="0"/>
            <a:t> agent then uses this updated internal state to decide on an action. It employs a set of condition-action rules that map the </a:t>
          </a:r>
          <a:r>
            <a:rPr lang="en-US" i="1" dirty="0"/>
            <a:t>current state</a:t>
          </a:r>
          <a:r>
            <a:rPr lang="en-US" dirty="0"/>
            <a:t> to an appropriate action.</a:t>
          </a:r>
        </a:p>
      </dgm:t>
    </dgm:pt>
    <dgm:pt modelId="{66B6A0AF-800A-4787-A94C-F38F647CA222}" type="parTrans" cxnId="{0FE1C7F0-F0B4-49D6-BC21-FF98F457C9F3}">
      <dgm:prSet/>
      <dgm:spPr/>
      <dgm:t>
        <a:bodyPr/>
        <a:lstStyle/>
        <a:p>
          <a:endParaRPr lang="en-US"/>
        </a:p>
      </dgm:t>
    </dgm:pt>
    <dgm:pt modelId="{7125DFD5-86B7-415B-94ED-B36C38735DB8}" type="sibTrans" cxnId="{0FE1C7F0-F0B4-49D6-BC21-FF98F457C9F3}">
      <dgm:prSet/>
      <dgm:spPr/>
      <dgm:t>
        <a:bodyPr/>
        <a:lstStyle/>
        <a:p>
          <a:endParaRPr lang="en-US"/>
        </a:p>
      </dgm:t>
    </dgm:pt>
    <dgm:pt modelId="{1D218725-7C50-4E20-B81A-29452A21A6F0}">
      <dgm:prSet/>
      <dgm:spPr/>
      <dgm:t>
        <a:bodyPr/>
        <a:lstStyle/>
        <a:p>
          <a:r>
            <a:rPr lang="en-US"/>
            <a:t>4.</a:t>
          </a:r>
          <a:r>
            <a:rPr lang="en-US" b="1"/>
            <a:t>Action</a:t>
          </a:r>
          <a:r>
            <a:rPr lang="en-US"/>
            <a:t>:The agent performs the chosen action in environment.</a:t>
          </a:r>
          <a:br>
            <a:rPr lang="en-US"/>
          </a:br>
          <a:endParaRPr lang="en-US"/>
        </a:p>
      </dgm:t>
    </dgm:pt>
    <dgm:pt modelId="{277BA7B1-945A-46BF-BEAF-3125A08DC7AA}" type="parTrans" cxnId="{6359AABA-7A4A-40CC-AAF9-4E26F75FED99}">
      <dgm:prSet/>
      <dgm:spPr/>
      <dgm:t>
        <a:bodyPr/>
        <a:lstStyle/>
        <a:p>
          <a:endParaRPr lang="en-US"/>
        </a:p>
      </dgm:t>
    </dgm:pt>
    <dgm:pt modelId="{D2D4B617-16DB-4FCF-B256-34ECC76B8E0A}" type="sibTrans" cxnId="{6359AABA-7A4A-40CC-AAF9-4E26F75FED99}">
      <dgm:prSet/>
      <dgm:spPr/>
      <dgm:t>
        <a:bodyPr/>
        <a:lstStyle/>
        <a:p>
          <a:endParaRPr lang="en-US"/>
        </a:p>
      </dgm:t>
    </dgm:pt>
    <dgm:pt modelId="{D688DB0C-10C1-402A-B6B2-6095C7CFBAC2}" type="pres">
      <dgm:prSet presAssocID="{117C16C5-4A3B-4AB8-B2F4-05DD31B94438}" presName="diagram" presStyleCnt="0">
        <dgm:presLayoutVars>
          <dgm:dir/>
          <dgm:resizeHandles val="exact"/>
        </dgm:presLayoutVars>
      </dgm:prSet>
      <dgm:spPr/>
    </dgm:pt>
    <dgm:pt modelId="{85D2C0A2-A85B-4C30-B3EA-653A31845CB5}" type="pres">
      <dgm:prSet presAssocID="{C4F426BC-714C-4619-89CF-5FCA2BBD6CED}" presName="node" presStyleLbl="node1" presStyleIdx="0" presStyleCnt="4">
        <dgm:presLayoutVars>
          <dgm:bulletEnabled val="1"/>
        </dgm:presLayoutVars>
      </dgm:prSet>
      <dgm:spPr/>
    </dgm:pt>
    <dgm:pt modelId="{E080E132-753F-492B-8D29-2B61B236BCDF}" type="pres">
      <dgm:prSet presAssocID="{5EEA2C41-03A5-486A-A7C4-7BB77EF78333}" presName="sibTrans" presStyleCnt="0"/>
      <dgm:spPr/>
    </dgm:pt>
    <dgm:pt modelId="{5FA1DAFD-9EA5-4E17-A6F4-5A52CC1B2519}" type="pres">
      <dgm:prSet presAssocID="{06FF7F14-91FB-4173-B7C3-F754D7EF4FD8}" presName="node" presStyleLbl="node1" presStyleIdx="1" presStyleCnt="4">
        <dgm:presLayoutVars>
          <dgm:bulletEnabled val="1"/>
        </dgm:presLayoutVars>
      </dgm:prSet>
      <dgm:spPr/>
    </dgm:pt>
    <dgm:pt modelId="{A91F66AE-F1F9-4237-B06D-BDB47A4CB90E}" type="pres">
      <dgm:prSet presAssocID="{EE0099B0-2444-4E81-8EDE-C4131BAC4EF1}" presName="sibTrans" presStyleCnt="0"/>
      <dgm:spPr/>
    </dgm:pt>
    <dgm:pt modelId="{636C6364-349B-48C6-BC93-131B18288BEF}" type="pres">
      <dgm:prSet presAssocID="{B3D5E898-EAC1-4AD8-9B39-C3BFCBBCFB39}" presName="node" presStyleLbl="node1" presStyleIdx="2" presStyleCnt="4">
        <dgm:presLayoutVars>
          <dgm:bulletEnabled val="1"/>
        </dgm:presLayoutVars>
      </dgm:prSet>
      <dgm:spPr/>
    </dgm:pt>
    <dgm:pt modelId="{4D9649F2-EA74-439A-B804-0458294FAF5F}" type="pres">
      <dgm:prSet presAssocID="{7125DFD5-86B7-415B-94ED-B36C38735DB8}" presName="sibTrans" presStyleCnt="0"/>
      <dgm:spPr/>
    </dgm:pt>
    <dgm:pt modelId="{1E67C4D7-ABA4-48A3-AD35-2D8448B1C16B}" type="pres">
      <dgm:prSet presAssocID="{1D218725-7C50-4E20-B81A-29452A21A6F0}" presName="node" presStyleLbl="node1" presStyleIdx="3" presStyleCnt="4">
        <dgm:presLayoutVars>
          <dgm:bulletEnabled val="1"/>
        </dgm:presLayoutVars>
      </dgm:prSet>
      <dgm:spPr/>
    </dgm:pt>
  </dgm:ptLst>
  <dgm:cxnLst>
    <dgm:cxn modelId="{09DC2B47-749B-44DF-B861-CF6045936B18}" type="presOf" srcId="{1D218725-7C50-4E20-B81A-29452A21A6F0}" destId="{1E67C4D7-ABA4-48A3-AD35-2D8448B1C16B}" srcOrd="0" destOrd="0" presId="urn:microsoft.com/office/officeart/2005/8/layout/default"/>
    <dgm:cxn modelId="{9BC22C70-376A-4409-8A16-C01EA38CE5EE}" type="presOf" srcId="{117C16C5-4A3B-4AB8-B2F4-05DD31B94438}" destId="{D688DB0C-10C1-402A-B6B2-6095C7CFBAC2}" srcOrd="0" destOrd="0" presId="urn:microsoft.com/office/officeart/2005/8/layout/default"/>
    <dgm:cxn modelId="{1ADA0157-D3D1-4208-AAE7-562E85CBAF4D}" srcId="{117C16C5-4A3B-4AB8-B2F4-05DD31B94438}" destId="{06FF7F14-91FB-4173-B7C3-F754D7EF4FD8}" srcOrd="1" destOrd="0" parTransId="{0207BC34-C5BA-4428-B9D2-7E5188E8C7D5}" sibTransId="{EE0099B0-2444-4E81-8EDE-C4131BAC4EF1}"/>
    <dgm:cxn modelId="{6359AABA-7A4A-40CC-AAF9-4E26F75FED99}" srcId="{117C16C5-4A3B-4AB8-B2F4-05DD31B94438}" destId="{1D218725-7C50-4E20-B81A-29452A21A6F0}" srcOrd="3" destOrd="0" parTransId="{277BA7B1-945A-46BF-BEAF-3125A08DC7AA}" sibTransId="{D2D4B617-16DB-4FCF-B256-34ECC76B8E0A}"/>
    <dgm:cxn modelId="{F5A60DCC-AC1C-4F43-8BA8-04342D993934}" type="presOf" srcId="{06FF7F14-91FB-4173-B7C3-F754D7EF4FD8}" destId="{5FA1DAFD-9EA5-4E17-A6F4-5A52CC1B2519}" srcOrd="0" destOrd="0" presId="urn:microsoft.com/office/officeart/2005/8/layout/default"/>
    <dgm:cxn modelId="{EC0FC3D5-FCD7-4995-9F88-C8A4E81D84EE}" srcId="{117C16C5-4A3B-4AB8-B2F4-05DD31B94438}" destId="{C4F426BC-714C-4619-89CF-5FCA2BBD6CED}" srcOrd="0" destOrd="0" parTransId="{ACDC5F86-6803-4E2F-A1F6-0B78587BC834}" sibTransId="{5EEA2C41-03A5-486A-A7C4-7BB77EF78333}"/>
    <dgm:cxn modelId="{3DF793DC-AE10-4F94-8101-F18801A44AD3}" type="presOf" srcId="{C4F426BC-714C-4619-89CF-5FCA2BBD6CED}" destId="{85D2C0A2-A85B-4C30-B3EA-653A31845CB5}" srcOrd="0" destOrd="0" presId="urn:microsoft.com/office/officeart/2005/8/layout/default"/>
    <dgm:cxn modelId="{439CDEE9-BCEB-43DD-90B6-4361FA95141B}" type="presOf" srcId="{B3D5E898-EAC1-4AD8-9B39-C3BFCBBCFB39}" destId="{636C6364-349B-48C6-BC93-131B18288BEF}" srcOrd="0" destOrd="0" presId="urn:microsoft.com/office/officeart/2005/8/layout/default"/>
    <dgm:cxn modelId="{0FE1C7F0-F0B4-49D6-BC21-FF98F457C9F3}" srcId="{117C16C5-4A3B-4AB8-B2F4-05DD31B94438}" destId="{B3D5E898-EAC1-4AD8-9B39-C3BFCBBCFB39}" srcOrd="2" destOrd="0" parTransId="{66B6A0AF-800A-4787-A94C-F38F647CA222}" sibTransId="{7125DFD5-86B7-415B-94ED-B36C38735DB8}"/>
    <dgm:cxn modelId="{A671F34B-C91D-4CA0-ADAC-766402CC62CE}" type="presParOf" srcId="{D688DB0C-10C1-402A-B6B2-6095C7CFBAC2}" destId="{85D2C0A2-A85B-4C30-B3EA-653A31845CB5}" srcOrd="0" destOrd="0" presId="urn:microsoft.com/office/officeart/2005/8/layout/default"/>
    <dgm:cxn modelId="{979E8252-B777-424C-8707-DE0C1A84DC3D}" type="presParOf" srcId="{D688DB0C-10C1-402A-B6B2-6095C7CFBAC2}" destId="{E080E132-753F-492B-8D29-2B61B236BCDF}" srcOrd="1" destOrd="0" presId="urn:microsoft.com/office/officeart/2005/8/layout/default"/>
    <dgm:cxn modelId="{566C7401-3114-4E0F-9A5C-02B3714825F5}" type="presParOf" srcId="{D688DB0C-10C1-402A-B6B2-6095C7CFBAC2}" destId="{5FA1DAFD-9EA5-4E17-A6F4-5A52CC1B2519}" srcOrd="2" destOrd="0" presId="urn:microsoft.com/office/officeart/2005/8/layout/default"/>
    <dgm:cxn modelId="{CD825DD6-2300-4B1A-8168-EF2010DBBDD0}" type="presParOf" srcId="{D688DB0C-10C1-402A-B6B2-6095C7CFBAC2}" destId="{A91F66AE-F1F9-4237-B06D-BDB47A4CB90E}" srcOrd="3" destOrd="0" presId="urn:microsoft.com/office/officeart/2005/8/layout/default"/>
    <dgm:cxn modelId="{2311D1D0-8C78-4C33-85A2-DE36A2089EF0}" type="presParOf" srcId="{D688DB0C-10C1-402A-B6B2-6095C7CFBAC2}" destId="{636C6364-349B-48C6-BC93-131B18288BEF}" srcOrd="4" destOrd="0" presId="urn:microsoft.com/office/officeart/2005/8/layout/default"/>
    <dgm:cxn modelId="{323CAE45-B3DC-4869-A315-8F0C544036D6}" type="presParOf" srcId="{D688DB0C-10C1-402A-B6B2-6095C7CFBAC2}" destId="{4D9649F2-EA74-439A-B804-0458294FAF5F}" srcOrd="5" destOrd="0" presId="urn:microsoft.com/office/officeart/2005/8/layout/default"/>
    <dgm:cxn modelId="{9DE73C0D-A3B6-422A-A6B0-CE226E4D793D}" type="presParOf" srcId="{D688DB0C-10C1-402A-B6B2-6095C7CFBAC2}" destId="{1E67C4D7-ABA4-48A3-AD35-2D8448B1C16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99C601-5BD2-4581-A9DE-2358CEAB05F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42EA6C-8608-4C82-AAC7-AF3E863E6ACB}">
      <dgm:prSet/>
      <dgm:spPr/>
      <dgm:t>
        <a:bodyPr/>
        <a:lstStyle/>
        <a:p>
          <a:r>
            <a:rPr lang="en-US"/>
            <a:t>Sense</a:t>
          </a:r>
        </a:p>
      </dgm:t>
    </dgm:pt>
    <dgm:pt modelId="{0B716C59-D323-4821-91B2-CB69220D40FB}" type="parTrans" cxnId="{51DA7B5A-298A-4D59-8767-86E457F43A0C}">
      <dgm:prSet/>
      <dgm:spPr/>
      <dgm:t>
        <a:bodyPr/>
        <a:lstStyle/>
        <a:p>
          <a:endParaRPr lang="en-US"/>
        </a:p>
      </dgm:t>
    </dgm:pt>
    <dgm:pt modelId="{3BAD2F4F-3563-4D49-838B-51711438D0F8}" type="sibTrans" cxnId="{51DA7B5A-298A-4D59-8767-86E457F43A0C}">
      <dgm:prSet/>
      <dgm:spPr/>
      <dgm:t>
        <a:bodyPr/>
        <a:lstStyle/>
        <a:p>
          <a:endParaRPr lang="en-US"/>
        </a:p>
      </dgm:t>
    </dgm:pt>
    <dgm:pt modelId="{25894418-3815-42C7-AB55-9C758F550089}">
      <dgm:prSet/>
      <dgm:spPr/>
      <dgm:t>
        <a:bodyPr/>
        <a:lstStyle/>
        <a:p>
          <a:r>
            <a:rPr lang="en-US" dirty="0"/>
            <a:t>Sense: They gather information about the current state of the environment using sensors or data inputs.</a:t>
          </a:r>
        </a:p>
      </dgm:t>
    </dgm:pt>
    <dgm:pt modelId="{3125ED3F-E84A-47BA-8AFE-53F2CBEF7323}" type="parTrans" cxnId="{6BE03829-CEF7-4492-A962-A83704C476B8}">
      <dgm:prSet/>
      <dgm:spPr/>
      <dgm:t>
        <a:bodyPr/>
        <a:lstStyle/>
        <a:p>
          <a:endParaRPr lang="en-US"/>
        </a:p>
      </dgm:t>
    </dgm:pt>
    <dgm:pt modelId="{9BFFAAC6-FB1F-46D0-8E0A-A6E478790E79}" type="sibTrans" cxnId="{6BE03829-CEF7-4492-A962-A83704C476B8}">
      <dgm:prSet/>
      <dgm:spPr/>
      <dgm:t>
        <a:bodyPr/>
        <a:lstStyle/>
        <a:p>
          <a:endParaRPr lang="en-US"/>
        </a:p>
      </dgm:t>
    </dgm:pt>
    <dgm:pt modelId="{9F5F3A0D-8861-4831-931E-8FCB48D1F71C}">
      <dgm:prSet/>
      <dgm:spPr/>
      <dgm:t>
        <a:bodyPr/>
        <a:lstStyle/>
        <a:p>
          <a:r>
            <a:rPr lang="en-US"/>
            <a:t>Think</a:t>
          </a:r>
        </a:p>
      </dgm:t>
    </dgm:pt>
    <dgm:pt modelId="{C9B0654F-33BA-4B3F-9CD1-257EDB1E8C15}" type="parTrans" cxnId="{C69D65C2-DC68-4033-938F-F3DFB627CA3A}">
      <dgm:prSet/>
      <dgm:spPr/>
      <dgm:t>
        <a:bodyPr/>
        <a:lstStyle/>
        <a:p>
          <a:endParaRPr lang="en-US"/>
        </a:p>
      </dgm:t>
    </dgm:pt>
    <dgm:pt modelId="{D291D01A-F0DA-4B45-9AED-DAED75B58D67}" type="sibTrans" cxnId="{C69D65C2-DC68-4033-938F-F3DFB627CA3A}">
      <dgm:prSet/>
      <dgm:spPr/>
      <dgm:t>
        <a:bodyPr/>
        <a:lstStyle/>
        <a:p>
          <a:endParaRPr lang="en-US"/>
        </a:p>
      </dgm:t>
    </dgm:pt>
    <dgm:pt modelId="{6868D58E-18B9-4240-BF7C-2FA95FCDF520}">
      <dgm:prSet custT="1"/>
      <dgm:spPr/>
      <dgm:t>
        <a:bodyPr/>
        <a:lstStyle/>
        <a:p>
          <a:r>
            <a:rPr lang="en-US" sz="1800" dirty="0"/>
            <a:t>Think: The agent processes this information, updates its internal model, and evaluates potential actions against its set goals, often by breaking down the main goal into smaller sub-goals</a:t>
          </a:r>
          <a:r>
            <a:rPr lang="en-US" sz="1300" dirty="0"/>
            <a:t>.</a:t>
          </a:r>
        </a:p>
      </dgm:t>
    </dgm:pt>
    <dgm:pt modelId="{556FEB42-AC24-40C5-A934-F536F02D8282}" type="parTrans" cxnId="{BF072333-4788-43E1-818F-F006B07E3269}">
      <dgm:prSet/>
      <dgm:spPr/>
      <dgm:t>
        <a:bodyPr/>
        <a:lstStyle/>
        <a:p>
          <a:endParaRPr lang="en-US"/>
        </a:p>
      </dgm:t>
    </dgm:pt>
    <dgm:pt modelId="{CC789C8A-4FD5-4469-A487-12B888B450FD}" type="sibTrans" cxnId="{BF072333-4788-43E1-818F-F006B07E3269}">
      <dgm:prSet/>
      <dgm:spPr/>
      <dgm:t>
        <a:bodyPr/>
        <a:lstStyle/>
        <a:p>
          <a:endParaRPr lang="en-US"/>
        </a:p>
      </dgm:t>
    </dgm:pt>
    <dgm:pt modelId="{F3FD73AE-CFE1-42A6-A44C-76C0096DE32F}">
      <dgm:prSet/>
      <dgm:spPr/>
      <dgm:t>
        <a:bodyPr/>
        <a:lstStyle/>
        <a:p>
          <a:r>
            <a:rPr lang="en-US"/>
            <a:t>Act</a:t>
          </a:r>
        </a:p>
      </dgm:t>
    </dgm:pt>
    <dgm:pt modelId="{00C20BF6-BD9B-49FF-A6C9-16230DBDB108}" type="parTrans" cxnId="{EDF54640-5DBA-4B25-8AB7-9767CD03C58E}">
      <dgm:prSet/>
      <dgm:spPr/>
      <dgm:t>
        <a:bodyPr/>
        <a:lstStyle/>
        <a:p>
          <a:endParaRPr lang="en-US"/>
        </a:p>
      </dgm:t>
    </dgm:pt>
    <dgm:pt modelId="{52A2F5CA-7CE2-4172-96D0-C7BEC5AEF10C}" type="sibTrans" cxnId="{EDF54640-5DBA-4B25-8AB7-9767CD03C58E}">
      <dgm:prSet/>
      <dgm:spPr/>
      <dgm:t>
        <a:bodyPr/>
        <a:lstStyle/>
        <a:p>
          <a:endParaRPr lang="en-US"/>
        </a:p>
      </dgm:t>
    </dgm:pt>
    <dgm:pt modelId="{4E667E7C-930A-4103-BB64-7F87B431509E}">
      <dgm:prSet/>
      <dgm:spPr/>
      <dgm:t>
        <a:bodyPr/>
        <a:lstStyle/>
        <a:p>
          <a:r>
            <a:rPr lang="en-US" dirty="0"/>
            <a:t>Act: The agent executes the selected actions using actuators or tools (e.g., API calls, robotic movements).</a:t>
          </a:r>
        </a:p>
      </dgm:t>
    </dgm:pt>
    <dgm:pt modelId="{89456381-9C91-4464-8A2C-1835E5B0EF16}" type="parTrans" cxnId="{78C877BF-1001-4A57-97D4-8846E7394BEF}">
      <dgm:prSet/>
      <dgm:spPr/>
      <dgm:t>
        <a:bodyPr/>
        <a:lstStyle/>
        <a:p>
          <a:endParaRPr lang="en-US"/>
        </a:p>
      </dgm:t>
    </dgm:pt>
    <dgm:pt modelId="{B7534CE5-CE75-49F0-B139-76DDABC44AEA}" type="sibTrans" cxnId="{78C877BF-1001-4A57-97D4-8846E7394BEF}">
      <dgm:prSet/>
      <dgm:spPr/>
      <dgm:t>
        <a:bodyPr/>
        <a:lstStyle/>
        <a:p>
          <a:endParaRPr lang="en-US"/>
        </a:p>
      </dgm:t>
    </dgm:pt>
    <dgm:pt modelId="{8F199330-0949-4E63-9B94-D66DFBFB188E}">
      <dgm:prSet/>
      <dgm:spPr/>
      <dgm:t>
        <a:bodyPr/>
        <a:lstStyle/>
        <a:p>
          <a:r>
            <a:rPr lang="en-US"/>
            <a:t>Adapt</a:t>
          </a:r>
        </a:p>
      </dgm:t>
    </dgm:pt>
    <dgm:pt modelId="{2EE6C923-1FCE-448A-9644-1BEFC4C372EF}" type="parTrans" cxnId="{F2A6EEB2-2939-4449-90BE-55B7F2BF1C81}">
      <dgm:prSet/>
      <dgm:spPr/>
      <dgm:t>
        <a:bodyPr/>
        <a:lstStyle/>
        <a:p>
          <a:endParaRPr lang="en-US"/>
        </a:p>
      </dgm:t>
    </dgm:pt>
    <dgm:pt modelId="{F79367E6-56E8-4F0E-9C29-3EA165EA2C82}" type="sibTrans" cxnId="{F2A6EEB2-2939-4449-90BE-55B7F2BF1C81}">
      <dgm:prSet/>
      <dgm:spPr/>
      <dgm:t>
        <a:bodyPr/>
        <a:lstStyle/>
        <a:p>
          <a:endParaRPr lang="en-US"/>
        </a:p>
      </dgm:t>
    </dgm:pt>
    <dgm:pt modelId="{5FE486FF-74C5-4D94-8111-EE12E55FDC59}">
      <dgm:prSet/>
      <dgm:spPr/>
      <dgm:t>
        <a:bodyPr/>
        <a:lstStyle/>
        <a:p>
          <a:r>
            <a:rPr lang="en-US" dirty="0"/>
            <a:t>Adapt: They monitor the results and use feedback to learn and refine their strategy over time. </a:t>
          </a:r>
        </a:p>
      </dgm:t>
    </dgm:pt>
    <dgm:pt modelId="{492C747F-21B0-4BD4-BDD6-1CC829E7F330}" type="parTrans" cxnId="{255ABCE2-CC1A-45C9-931E-AE6D0DF9F3EA}">
      <dgm:prSet/>
      <dgm:spPr/>
      <dgm:t>
        <a:bodyPr/>
        <a:lstStyle/>
        <a:p>
          <a:endParaRPr lang="en-US"/>
        </a:p>
      </dgm:t>
    </dgm:pt>
    <dgm:pt modelId="{F1341750-C087-401C-A042-90D83AAAAF52}" type="sibTrans" cxnId="{255ABCE2-CC1A-45C9-931E-AE6D0DF9F3EA}">
      <dgm:prSet/>
      <dgm:spPr/>
      <dgm:t>
        <a:bodyPr/>
        <a:lstStyle/>
        <a:p>
          <a:endParaRPr lang="en-US"/>
        </a:p>
      </dgm:t>
    </dgm:pt>
    <dgm:pt modelId="{F0B5B691-B5E3-4E4B-B54B-53938CE96182}" type="pres">
      <dgm:prSet presAssocID="{7899C601-5BD2-4581-A9DE-2358CEAB05F7}" presName="Name0" presStyleCnt="0">
        <dgm:presLayoutVars>
          <dgm:dir/>
          <dgm:animLvl val="lvl"/>
          <dgm:resizeHandles val="exact"/>
        </dgm:presLayoutVars>
      </dgm:prSet>
      <dgm:spPr/>
    </dgm:pt>
    <dgm:pt modelId="{BEFD73AF-88B6-497F-868E-202E98CF2F28}" type="pres">
      <dgm:prSet presAssocID="{1D42EA6C-8608-4C82-AAC7-AF3E863E6ACB}" presName="linNode" presStyleCnt="0"/>
      <dgm:spPr/>
    </dgm:pt>
    <dgm:pt modelId="{898720B9-0320-46AE-BD92-73CB3B890941}" type="pres">
      <dgm:prSet presAssocID="{1D42EA6C-8608-4C82-AAC7-AF3E863E6ACB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666E71F4-9467-439F-AE0F-3EE8690E9F3C}" type="pres">
      <dgm:prSet presAssocID="{1D42EA6C-8608-4C82-AAC7-AF3E863E6ACB}" presName="descendantText" presStyleLbl="alignAccFollowNode1" presStyleIdx="0" presStyleCnt="4">
        <dgm:presLayoutVars>
          <dgm:bulletEnabled/>
        </dgm:presLayoutVars>
      </dgm:prSet>
      <dgm:spPr/>
    </dgm:pt>
    <dgm:pt modelId="{D240B9E9-7532-4EDE-A3A6-4C104C484FCC}" type="pres">
      <dgm:prSet presAssocID="{3BAD2F4F-3563-4D49-838B-51711438D0F8}" presName="sp" presStyleCnt="0"/>
      <dgm:spPr/>
    </dgm:pt>
    <dgm:pt modelId="{96A0A7D3-E148-4574-8D7C-C5F5F96BA32D}" type="pres">
      <dgm:prSet presAssocID="{9F5F3A0D-8861-4831-931E-8FCB48D1F71C}" presName="linNode" presStyleCnt="0"/>
      <dgm:spPr/>
    </dgm:pt>
    <dgm:pt modelId="{AD734ABD-F01E-4C21-AA60-DA71A1027063}" type="pres">
      <dgm:prSet presAssocID="{9F5F3A0D-8861-4831-931E-8FCB48D1F71C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350725B9-C499-484E-B7B9-6367A0871808}" type="pres">
      <dgm:prSet presAssocID="{9F5F3A0D-8861-4831-931E-8FCB48D1F71C}" presName="descendantText" presStyleLbl="alignAccFollowNode1" presStyleIdx="1" presStyleCnt="4">
        <dgm:presLayoutVars>
          <dgm:bulletEnabled/>
        </dgm:presLayoutVars>
      </dgm:prSet>
      <dgm:spPr/>
    </dgm:pt>
    <dgm:pt modelId="{95E08E0D-1E83-4439-86A7-4C0602341AA2}" type="pres">
      <dgm:prSet presAssocID="{D291D01A-F0DA-4B45-9AED-DAED75B58D67}" presName="sp" presStyleCnt="0"/>
      <dgm:spPr/>
    </dgm:pt>
    <dgm:pt modelId="{3BC57B34-2D2A-4476-BD92-02315AF4BD5F}" type="pres">
      <dgm:prSet presAssocID="{F3FD73AE-CFE1-42A6-A44C-76C0096DE32F}" presName="linNode" presStyleCnt="0"/>
      <dgm:spPr/>
    </dgm:pt>
    <dgm:pt modelId="{41810545-0B9B-4946-B793-084E58CC8B6D}" type="pres">
      <dgm:prSet presAssocID="{F3FD73AE-CFE1-42A6-A44C-76C0096DE32F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161D6FAF-1091-4CBE-97CE-52A76167AA0F}" type="pres">
      <dgm:prSet presAssocID="{F3FD73AE-CFE1-42A6-A44C-76C0096DE32F}" presName="descendantText" presStyleLbl="alignAccFollowNode1" presStyleIdx="2" presStyleCnt="4">
        <dgm:presLayoutVars>
          <dgm:bulletEnabled/>
        </dgm:presLayoutVars>
      </dgm:prSet>
      <dgm:spPr/>
    </dgm:pt>
    <dgm:pt modelId="{D879D45F-E677-475D-974A-10AAF6F1DB46}" type="pres">
      <dgm:prSet presAssocID="{52A2F5CA-7CE2-4172-96D0-C7BEC5AEF10C}" presName="sp" presStyleCnt="0"/>
      <dgm:spPr/>
    </dgm:pt>
    <dgm:pt modelId="{1DB6F1FD-2F8B-4518-B359-21E3DA2F6278}" type="pres">
      <dgm:prSet presAssocID="{8F199330-0949-4E63-9B94-D66DFBFB188E}" presName="linNode" presStyleCnt="0"/>
      <dgm:spPr/>
    </dgm:pt>
    <dgm:pt modelId="{9E33F3EF-40BE-4F34-A438-46252816C8B5}" type="pres">
      <dgm:prSet presAssocID="{8F199330-0949-4E63-9B94-D66DFBFB188E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22801991-6710-4DC3-A691-C28B69047A1C}" type="pres">
      <dgm:prSet presAssocID="{8F199330-0949-4E63-9B94-D66DFBFB188E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D2A0F310-0C16-4492-8C64-98079CA5D1A7}" type="presOf" srcId="{5FE486FF-74C5-4D94-8111-EE12E55FDC59}" destId="{22801991-6710-4DC3-A691-C28B69047A1C}" srcOrd="0" destOrd="0" presId="urn:microsoft.com/office/officeart/2016/7/layout/VerticalSolidActionList"/>
    <dgm:cxn modelId="{43549211-A761-4047-BF4F-F0F23181CAEE}" type="presOf" srcId="{1D42EA6C-8608-4C82-AAC7-AF3E863E6ACB}" destId="{898720B9-0320-46AE-BD92-73CB3B890941}" srcOrd="0" destOrd="0" presId="urn:microsoft.com/office/officeart/2016/7/layout/VerticalSolidActionList"/>
    <dgm:cxn modelId="{5B75D521-A504-432C-8C60-DE7385C4E90B}" type="presOf" srcId="{9F5F3A0D-8861-4831-931E-8FCB48D1F71C}" destId="{AD734ABD-F01E-4C21-AA60-DA71A1027063}" srcOrd="0" destOrd="0" presId="urn:microsoft.com/office/officeart/2016/7/layout/VerticalSolidActionList"/>
    <dgm:cxn modelId="{6BE03829-CEF7-4492-A962-A83704C476B8}" srcId="{1D42EA6C-8608-4C82-AAC7-AF3E863E6ACB}" destId="{25894418-3815-42C7-AB55-9C758F550089}" srcOrd="0" destOrd="0" parTransId="{3125ED3F-E84A-47BA-8AFE-53F2CBEF7323}" sibTransId="{9BFFAAC6-FB1F-46D0-8E0A-A6E478790E79}"/>
    <dgm:cxn modelId="{44F49B31-7F07-42D1-9FA0-6BD51483E82E}" type="presOf" srcId="{8F199330-0949-4E63-9B94-D66DFBFB188E}" destId="{9E33F3EF-40BE-4F34-A438-46252816C8B5}" srcOrd="0" destOrd="0" presId="urn:microsoft.com/office/officeart/2016/7/layout/VerticalSolidActionList"/>
    <dgm:cxn modelId="{BF072333-4788-43E1-818F-F006B07E3269}" srcId="{9F5F3A0D-8861-4831-931E-8FCB48D1F71C}" destId="{6868D58E-18B9-4240-BF7C-2FA95FCDF520}" srcOrd="0" destOrd="0" parTransId="{556FEB42-AC24-40C5-A934-F536F02D8282}" sibTransId="{CC789C8A-4FD5-4469-A487-12B888B450FD}"/>
    <dgm:cxn modelId="{A05E543D-CCA7-4E62-BAFE-8B4CBF5877B8}" type="presOf" srcId="{7899C601-5BD2-4581-A9DE-2358CEAB05F7}" destId="{F0B5B691-B5E3-4E4B-B54B-53938CE96182}" srcOrd="0" destOrd="0" presId="urn:microsoft.com/office/officeart/2016/7/layout/VerticalSolidActionList"/>
    <dgm:cxn modelId="{EDF54640-5DBA-4B25-8AB7-9767CD03C58E}" srcId="{7899C601-5BD2-4581-A9DE-2358CEAB05F7}" destId="{F3FD73AE-CFE1-42A6-A44C-76C0096DE32F}" srcOrd="2" destOrd="0" parTransId="{00C20BF6-BD9B-49FF-A6C9-16230DBDB108}" sibTransId="{52A2F5CA-7CE2-4172-96D0-C7BEC5AEF10C}"/>
    <dgm:cxn modelId="{04F2B264-296F-432F-A74C-94C71EF44A67}" type="presOf" srcId="{4E667E7C-930A-4103-BB64-7F87B431509E}" destId="{161D6FAF-1091-4CBE-97CE-52A76167AA0F}" srcOrd="0" destOrd="0" presId="urn:microsoft.com/office/officeart/2016/7/layout/VerticalSolidActionList"/>
    <dgm:cxn modelId="{1853274C-311F-49AF-8C40-FA7DA76B8ADF}" type="presOf" srcId="{F3FD73AE-CFE1-42A6-A44C-76C0096DE32F}" destId="{41810545-0B9B-4946-B793-084E58CC8B6D}" srcOrd="0" destOrd="0" presId="urn:microsoft.com/office/officeart/2016/7/layout/VerticalSolidActionList"/>
    <dgm:cxn modelId="{51DA7B5A-298A-4D59-8767-86E457F43A0C}" srcId="{7899C601-5BD2-4581-A9DE-2358CEAB05F7}" destId="{1D42EA6C-8608-4C82-AAC7-AF3E863E6ACB}" srcOrd="0" destOrd="0" parTransId="{0B716C59-D323-4821-91B2-CB69220D40FB}" sibTransId="{3BAD2F4F-3563-4D49-838B-51711438D0F8}"/>
    <dgm:cxn modelId="{390323AE-8910-48B2-BE64-5CE7FA081F03}" type="presOf" srcId="{6868D58E-18B9-4240-BF7C-2FA95FCDF520}" destId="{350725B9-C499-484E-B7B9-6367A0871808}" srcOrd="0" destOrd="0" presId="urn:microsoft.com/office/officeart/2016/7/layout/VerticalSolidActionList"/>
    <dgm:cxn modelId="{F2A6EEB2-2939-4449-90BE-55B7F2BF1C81}" srcId="{7899C601-5BD2-4581-A9DE-2358CEAB05F7}" destId="{8F199330-0949-4E63-9B94-D66DFBFB188E}" srcOrd="3" destOrd="0" parTransId="{2EE6C923-1FCE-448A-9644-1BEFC4C372EF}" sibTransId="{F79367E6-56E8-4F0E-9C29-3EA165EA2C82}"/>
    <dgm:cxn modelId="{2FB676B3-F303-4B6C-9CD6-B09FE709BA22}" type="presOf" srcId="{25894418-3815-42C7-AB55-9C758F550089}" destId="{666E71F4-9467-439F-AE0F-3EE8690E9F3C}" srcOrd="0" destOrd="0" presId="urn:microsoft.com/office/officeart/2016/7/layout/VerticalSolidActionList"/>
    <dgm:cxn modelId="{78C877BF-1001-4A57-97D4-8846E7394BEF}" srcId="{F3FD73AE-CFE1-42A6-A44C-76C0096DE32F}" destId="{4E667E7C-930A-4103-BB64-7F87B431509E}" srcOrd="0" destOrd="0" parTransId="{89456381-9C91-4464-8A2C-1835E5B0EF16}" sibTransId="{B7534CE5-CE75-49F0-B139-76DDABC44AEA}"/>
    <dgm:cxn modelId="{C69D65C2-DC68-4033-938F-F3DFB627CA3A}" srcId="{7899C601-5BD2-4581-A9DE-2358CEAB05F7}" destId="{9F5F3A0D-8861-4831-931E-8FCB48D1F71C}" srcOrd="1" destOrd="0" parTransId="{C9B0654F-33BA-4B3F-9CD1-257EDB1E8C15}" sibTransId="{D291D01A-F0DA-4B45-9AED-DAED75B58D67}"/>
    <dgm:cxn modelId="{255ABCE2-CC1A-45C9-931E-AE6D0DF9F3EA}" srcId="{8F199330-0949-4E63-9B94-D66DFBFB188E}" destId="{5FE486FF-74C5-4D94-8111-EE12E55FDC59}" srcOrd="0" destOrd="0" parTransId="{492C747F-21B0-4BD4-BDD6-1CC829E7F330}" sibTransId="{F1341750-C087-401C-A042-90D83AAAAF52}"/>
    <dgm:cxn modelId="{1544F1DE-A0CE-4426-BD89-26DD75372B83}" type="presParOf" srcId="{F0B5B691-B5E3-4E4B-B54B-53938CE96182}" destId="{BEFD73AF-88B6-497F-868E-202E98CF2F28}" srcOrd="0" destOrd="0" presId="urn:microsoft.com/office/officeart/2016/7/layout/VerticalSolidActionList"/>
    <dgm:cxn modelId="{C5590D5B-EA68-43F3-8FB1-40C7A2615F8D}" type="presParOf" srcId="{BEFD73AF-88B6-497F-868E-202E98CF2F28}" destId="{898720B9-0320-46AE-BD92-73CB3B890941}" srcOrd="0" destOrd="0" presId="urn:microsoft.com/office/officeart/2016/7/layout/VerticalSolidActionList"/>
    <dgm:cxn modelId="{F25E2791-4BB9-4736-BD2B-8500281F51D3}" type="presParOf" srcId="{BEFD73AF-88B6-497F-868E-202E98CF2F28}" destId="{666E71F4-9467-439F-AE0F-3EE8690E9F3C}" srcOrd="1" destOrd="0" presId="urn:microsoft.com/office/officeart/2016/7/layout/VerticalSolidActionList"/>
    <dgm:cxn modelId="{6A1E286C-A8FA-4A63-BDC7-FDB92AC0B48D}" type="presParOf" srcId="{F0B5B691-B5E3-4E4B-B54B-53938CE96182}" destId="{D240B9E9-7532-4EDE-A3A6-4C104C484FCC}" srcOrd="1" destOrd="0" presId="urn:microsoft.com/office/officeart/2016/7/layout/VerticalSolidActionList"/>
    <dgm:cxn modelId="{E4DF18CD-37DC-41C7-86C5-E1DC1A0D5421}" type="presParOf" srcId="{F0B5B691-B5E3-4E4B-B54B-53938CE96182}" destId="{96A0A7D3-E148-4574-8D7C-C5F5F96BA32D}" srcOrd="2" destOrd="0" presId="urn:microsoft.com/office/officeart/2016/7/layout/VerticalSolidActionList"/>
    <dgm:cxn modelId="{BA98BC81-2987-4C6A-A676-D27279FBB5F3}" type="presParOf" srcId="{96A0A7D3-E148-4574-8D7C-C5F5F96BA32D}" destId="{AD734ABD-F01E-4C21-AA60-DA71A1027063}" srcOrd="0" destOrd="0" presId="urn:microsoft.com/office/officeart/2016/7/layout/VerticalSolidActionList"/>
    <dgm:cxn modelId="{B685DCA3-1130-409C-B440-62C256678BFA}" type="presParOf" srcId="{96A0A7D3-E148-4574-8D7C-C5F5F96BA32D}" destId="{350725B9-C499-484E-B7B9-6367A0871808}" srcOrd="1" destOrd="0" presId="urn:microsoft.com/office/officeart/2016/7/layout/VerticalSolidActionList"/>
    <dgm:cxn modelId="{2A467299-5C4C-472C-82AC-02CF391F6E92}" type="presParOf" srcId="{F0B5B691-B5E3-4E4B-B54B-53938CE96182}" destId="{95E08E0D-1E83-4439-86A7-4C0602341AA2}" srcOrd="3" destOrd="0" presId="urn:microsoft.com/office/officeart/2016/7/layout/VerticalSolidActionList"/>
    <dgm:cxn modelId="{538F30B1-FF0A-4468-A3C0-EB623F31E30E}" type="presParOf" srcId="{F0B5B691-B5E3-4E4B-B54B-53938CE96182}" destId="{3BC57B34-2D2A-4476-BD92-02315AF4BD5F}" srcOrd="4" destOrd="0" presId="urn:microsoft.com/office/officeart/2016/7/layout/VerticalSolidActionList"/>
    <dgm:cxn modelId="{E24E752C-7104-4FF0-B4E4-F288E8C570A0}" type="presParOf" srcId="{3BC57B34-2D2A-4476-BD92-02315AF4BD5F}" destId="{41810545-0B9B-4946-B793-084E58CC8B6D}" srcOrd="0" destOrd="0" presId="urn:microsoft.com/office/officeart/2016/7/layout/VerticalSolidActionList"/>
    <dgm:cxn modelId="{D8E3D347-444C-4790-B84A-5E608090B0AF}" type="presParOf" srcId="{3BC57B34-2D2A-4476-BD92-02315AF4BD5F}" destId="{161D6FAF-1091-4CBE-97CE-52A76167AA0F}" srcOrd="1" destOrd="0" presId="urn:microsoft.com/office/officeart/2016/7/layout/VerticalSolidActionList"/>
    <dgm:cxn modelId="{D3B4234F-61F6-4BD5-8CF7-CE66F6266427}" type="presParOf" srcId="{F0B5B691-B5E3-4E4B-B54B-53938CE96182}" destId="{D879D45F-E677-475D-974A-10AAF6F1DB46}" srcOrd="5" destOrd="0" presId="urn:microsoft.com/office/officeart/2016/7/layout/VerticalSolidActionList"/>
    <dgm:cxn modelId="{1769A5DC-A69A-496D-8F1D-3237CCFADD58}" type="presParOf" srcId="{F0B5B691-B5E3-4E4B-B54B-53938CE96182}" destId="{1DB6F1FD-2F8B-4518-B359-21E3DA2F6278}" srcOrd="6" destOrd="0" presId="urn:microsoft.com/office/officeart/2016/7/layout/VerticalSolidActionList"/>
    <dgm:cxn modelId="{A7F83C70-74C5-4201-9366-358E111E9516}" type="presParOf" srcId="{1DB6F1FD-2F8B-4518-B359-21E3DA2F6278}" destId="{9E33F3EF-40BE-4F34-A438-46252816C8B5}" srcOrd="0" destOrd="0" presId="urn:microsoft.com/office/officeart/2016/7/layout/VerticalSolidActionList"/>
    <dgm:cxn modelId="{4049CF30-58A8-4C25-9074-7D26B733050C}" type="presParOf" srcId="{1DB6F1FD-2F8B-4518-B359-21E3DA2F6278}" destId="{22801991-6710-4DC3-A691-C28B69047A1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3809D-713D-4BE4-A6FA-86630B792980}">
      <dsp:nvSpPr>
        <dsp:cNvPr id="0" name=""/>
        <dsp:cNvSpPr/>
      </dsp:nvSpPr>
      <dsp:spPr>
        <a:xfrm>
          <a:off x="8052" y="109027"/>
          <a:ext cx="2406890" cy="14441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1.Simple Reflex Agents</a:t>
          </a:r>
        </a:p>
      </dsp:txBody>
      <dsp:txXfrm>
        <a:off x="50349" y="151324"/>
        <a:ext cx="2322296" cy="1359540"/>
      </dsp:txXfrm>
    </dsp:sp>
    <dsp:sp modelId="{D1D09F8C-E327-4462-9061-F23404D1EDAB}">
      <dsp:nvSpPr>
        <dsp:cNvPr id="0" name=""/>
        <dsp:cNvSpPr/>
      </dsp:nvSpPr>
      <dsp:spPr>
        <a:xfrm>
          <a:off x="2626749" y="532640"/>
          <a:ext cx="510260" cy="596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626749" y="652022"/>
        <a:ext cx="357182" cy="358144"/>
      </dsp:txXfrm>
    </dsp:sp>
    <dsp:sp modelId="{C039986C-2C7D-4CC2-8645-19DF3B06B508}">
      <dsp:nvSpPr>
        <dsp:cNvPr id="0" name=""/>
        <dsp:cNvSpPr/>
      </dsp:nvSpPr>
      <dsp:spPr>
        <a:xfrm>
          <a:off x="3377698" y="109027"/>
          <a:ext cx="2406890" cy="1444134"/>
        </a:xfrm>
        <a:prstGeom prst="roundRect">
          <a:avLst>
            <a:gd name="adj" fmla="val 10000"/>
          </a:avLst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2.Model Based Reflex Agents</a:t>
          </a:r>
        </a:p>
      </dsp:txBody>
      <dsp:txXfrm>
        <a:off x="3419995" y="151324"/>
        <a:ext cx="2322296" cy="1359540"/>
      </dsp:txXfrm>
    </dsp:sp>
    <dsp:sp modelId="{78D1F54B-A33E-4B9B-AD35-079CD60AD4FD}">
      <dsp:nvSpPr>
        <dsp:cNvPr id="0" name=""/>
        <dsp:cNvSpPr/>
      </dsp:nvSpPr>
      <dsp:spPr>
        <a:xfrm>
          <a:off x="5996395" y="532640"/>
          <a:ext cx="510260" cy="596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996395" y="652022"/>
        <a:ext cx="357182" cy="358144"/>
      </dsp:txXfrm>
    </dsp:sp>
    <dsp:sp modelId="{B4C11B20-4BDA-40F4-829A-77B8296602D6}">
      <dsp:nvSpPr>
        <dsp:cNvPr id="0" name=""/>
        <dsp:cNvSpPr/>
      </dsp:nvSpPr>
      <dsp:spPr>
        <a:xfrm>
          <a:off x="6747345" y="109027"/>
          <a:ext cx="2406890" cy="1444134"/>
        </a:xfrm>
        <a:prstGeom prst="roundRect">
          <a:avLst>
            <a:gd name="adj" fmla="val 10000"/>
          </a:avLst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3.Goal Based Agents</a:t>
          </a:r>
        </a:p>
      </dsp:txBody>
      <dsp:txXfrm>
        <a:off x="6789642" y="151324"/>
        <a:ext cx="2322296" cy="1359540"/>
      </dsp:txXfrm>
    </dsp:sp>
    <dsp:sp modelId="{9A26AFCD-0008-4621-ABD5-434562ABB272}">
      <dsp:nvSpPr>
        <dsp:cNvPr id="0" name=""/>
        <dsp:cNvSpPr/>
      </dsp:nvSpPr>
      <dsp:spPr>
        <a:xfrm rot="5400000">
          <a:off x="7695659" y="1721644"/>
          <a:ext cx="510260" cy="596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-5400000">
        <a:off x="7771717" y="1764968"/>
        <a:ext cx="358144" cy="357182"/>
      </dsp:txXfrm>
    </dsp:sp>
    <dsp:sp modelId="{77933586-A166-4280-A342-195460305BC1}">
      <dsp:nvSpPr>
        <dsp:cNvPr id="0" name=""/>
        <dsp:cNvSpPr/>
      </dsp:nvSpPr>
      <dsp:spPr>
        <a:xfrm>
          <a:off x="6747345" y="2515918"/>
          <a:ext cx="2406890" cy="1444134"/>
        </a:xfrm>
        <a:prstGeom prst="roundRect">
          <a:avLst>
            <a:gd name="adj" fmla="val 10000"/>
          </a:avLst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4.Utility Based Agents</a:t>
          </a:r>
        </a:p>
      </dsp:txBody>
      <dsp:txXfrm>
        <a:off x="6789642" y="2558215"/>
        <a:ext cx="2322296" cy="1359540"/>
      </dsp:txXfrm>
    </dsp:sp>
    <dsp:sp modelId="{A56DD1AA-FDA7-4E05-B017-7CC3E48A525E}">
      <dsp:nvSpPr>
        <dsp:cNvPr id="0" name=""/>
        <dsp:cNvSpPr/>
      </dsp:nvSpPr>
      <dsp:spPr>
        <a:xfrm rot="10800000">
          <a:off x="6025278" y="2939530"/>
          <a:ext cx="510260" cy="596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6178356" y="3058912"/>
        <a:ext cx="357182" cy="358144"/>
      </dsp:txXfrm>
    </dsp:sp>
    <dsp:sp modelId="{7BFA6EDB-FA8D-42BE-882D-05629C364AAA}">
      <dsp:nvSpPr>
        <dsp:cNvPr id="0" name=""/>
        <dsp:cNvSpPr/>
      </dsp:nvSpPr>
      <dsp:spPr>
        <a:xfrm>
          <a:off x="3377698" y="2515918"/>
          <a:ext cx="2406890" cy="1444134"/>
        </a:xfrm>
        <a:prstGeom prst="roundRect">
          <a:avLst>
            <a:gd name="adj" fmla="val 10000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5.Learning Agents</a:t>
          </a:r>
        </a:p>
      </dsp:txBody>
      <dsp:txXfrm>
        <a:off x="3419995" y="2558215"/>
        <a:ext cx="2322296" cy="13595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CECCC-E7C5-4C69-BBA3-041858C5DE54}">
      <dsp:nvSpPr>
        <dsp:cNvPr id="0" name=""/>
        <dsp:cNvSpPr/>
      </dsp:nvSpPr>
      <dsp:spPr>
        <a:xfrm>
          <a:off x="0" y="1080373"/>
          <a:ext cx="2576893" cy="16363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7CF00C-5CFE-46A8-9624-48B6903CC082}">
      <dsp:nvSpPr>
        <dsp:cNvPr id="0" name=""/>
        <dsp:cNvSpPr/>
      </dsp:nvSpPr>
      <dsp:spPr>
        <a:xfrm>
          <a:off x="286321" y="1352379"/>
          <a:ext cx="2576893" cy="1636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Act only based on current percept.</a:t>
          </a:r>
        </a:p>
      </dsp:txBody>
      <dsp:txXfrm>
        <a:off x="334247" y="1400305"/>
        <a:ext cx="2481041" cy="1540475"/>
      </dsp:txXfrm>
    </dsp:sp>
    <dsp:sp modelId="{9495107E-694A-4CF4-A409-738415D268AD}">
      <dsp:nvSpPr>
        <dsp:cNvPr id="0" name=""/>
        <dsp:cNvSpPr/>
      </dsp:nvSpPr>
      <dsp:spPr>
        <a:xfrm>
          <a:off x="3149536" y="1080373"/>
          <a:ext cx="2576893" cy="16363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6BC33-2073-423B-AAA2-2EAE6C759252}">
      <dsp:nvSpPr>
        <dsp:cNvPr id="0" name=""/>
        <dsp:cNvSpPr/>
      </dsp:nvSpPr>
      <dsp:spPr>
        <a:xfrm>
          <a:off x="3435857" y="1352379"/>
          <a:ext cx="2576893" cy="1636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conditioned is fixed i.e works on if   conditions rules.</a:t>
          </a:r>
        </a:p>
      </dsp:txBody>
      <dsp:txXfrm>
        <a:off x="3483783" y="1400305"/>
        <a:ext cx="2481041" cy="1540475"/>
      </dsp:txXfrm>
    </dsp:sp>
    <dsp:sp modelId="{FE11528D-83B6-4ADB-8E5B-E37D3F3AFF28}">
      <dsp:nvSpPr>
        <dsp:cNvPr id="0" name=""/>
        <dsp:cNvSpPr/>
      </dsp:nvSpPr>
      <dsp:spPr>
        <a:xfrm>
          <a:off x="6299072" y="1080373"/>
          <a:ext cx="2576893" cy="16363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52994-8357-4A67-BF7A-9E9350B72BDE}">
      <dsp:nvSpPr>
        <dsp:cNvPr id="0" name=""/>
        <dsp:cNvSpPr/>
      </dsp:nvSpPr>
      <dsp:spPr>
        <a:xfrm>
          <a:off x="6585394" y="1352379"/>
          <a:ext cx="2576893" cy="16363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They do not consider the history of past actions and future consequences  of their current actions.</a:t>
          </a:r>
        </a:p>
      </dsp:txBody>
      <dsp:txXfrm>
        <a:off x="6633320" y="1400305"/>
        <a:ext cx="2481041" cy="15404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648AC-F34B-4104-A656-9E3A63AEC871}">
      <dsp:nvSpPr>
        <dsp:cNvPr id="0" name=""/>
        <dsp:cNvSpPr/>
      </dsp:nvSpPr>
      <dsp:spPr>
        <a:xfrm>
          <a:off x="0" y="7627"/>
          <a:ext cx="6949440" cy="14039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1.Sensors perceive the </a:t>
          </a:r>
          <a:r>
            <a:rPr lang="en-US" sz="1800" kern="1200" dirty="0" err="1"/>
            <a:t>environment:The</a:t>
          </a:r>
          <a:r>
            <a:rPr lang="en-US" sz="1800" kern="1200" dirty="0"/>
            <a:t> agent uses sensors to capture the current percept (input) from the environment .</a:t>
          </a:r>
        </a:p>
      </dsp:txBody>
      <dsp:txXfrm>
        <a:off x="68536" y="76163"/>
        <a:ext cx="6812368" cy="1266893"/>
      </dsp:txXfrm>
    </dsp:sp>
    <dsp:sp modelId="{DE6D6D59-24F6-483E-AC1F-43DA4D7C039C}">
      <dsp:nvSpPr>
        <dsp:cNvPr id="0" name=""/>
        <dsp:cNvSpPr/>
      </dsp:nvSpPr>
      <dsp:spPr>
        <a:xfrm>
          <a:off x="0" y="1463433"/>
          <a:ext cx="6949440" cy="1403965"/>
        </a:xfrm>
        <a:prstGeom prst="round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2.Condition-actions Rules:The core of the simple reflex agent is a collection of "if-then" rules. Each rule links a specific perceived condition to a corresponding action.</a:t>
          </a:r>
        </a:p>
      </dsp:txBody>
      <dsp:txXfrm>
        <a:off x="68536" y="1531969"/>
        <a:ext cx="6812368" cy="1266893"/>
      </dsp:txXfrm>
    </dsp:sp>
    <dsp:sp modelId="{7F2271A7-BDF5-4B10-8A10-F279A8968FD0}">
      <dsp:nvSpPr>
        <dsp:cNvPr id="0" name=""/>
        <dsp:cNvSpPr/>
      </dsp:nvSpPr>
      <dsp:spPr>
        <a:xfrm>
          <a:off x="0" y="2931938"/>
          <a:ext cx="6949440" cy="1403965"/>
        </a:xfrm>
        <a:prstGeom prst="round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3.Rule Matching: The agent compares the current percept against its predefined condition-action rules.</a:t>
          </a:r>
        </a:p>
      </dsp:txBody>
      <dsp:txXfrm>
        <a:off x="68536" y="3000474"/>
        <a:ext cx="6812368" cy="1266893"/>
      </dsp:txXfrm>
    </dsp:sp>
    <dsp:sp modelId="{153D587B-2F06-4981-8751-16F01FFA111F}">
      <dsp:nvSpPr>
        <dsp:cNvPr id="0" name=""/>
        <dsp:cNvSpPr/>
      </dsp:nvSpPr>
      <dsp:spPr>
        <a:xfrm>
          <a:off x="0" y="4375044"/>
          <a:ext cx="6949440" cy="1403965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4.Action Execution: When a rule's condition matches the current percept, the agent performs the associated action using its effectors . If multiple rules match, a priority system determines which action to take. </a:t>
          </a:r>
        </a:p>
      </dsp:txBody>
      <dsp:txXfrm>
        <a:off x="68536" y="4443580"/>
        <a:ext cx="6812368" cy="12668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2C0A2-A85B-4C30-B3EA-653A31845CB5}">
      <dsp:nvSpPr>
        <dsp:cNvPr id="0" name=""/>
        <dsp:cNvSpPr/>
      </dsp:nvSpPr>
      <dsp:spPr>
        <a:xfrm>
          <a:off x="848" y="742827"/>
          <a:ext cx="3308449" cy="19850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Perception:</a:t>
          </a:r>
          <a:r>
            <a:rPr lang="en-US" sz="2000" kern="1200" dirty="0" err="1"/>
            <a:t>The</a:t>
          </a:r>
          <a:r>
            <a:rPr lang="en-US" sz="2000" kern="1200" dirty="0"/>
            <a:t>  agent receives  input from environment via sensors.</a:t>
          </a:r>
        </a:p>
      </dsp:txBody>
      <dsp:txXfrm>
        <a:off x="848" y="742827"/>
        <a:ext cx="3308449" cy="1985069"/>
      </dsp:txXfrm>
    </dsp:sp>
    <dsp:sp modelId="{5FA1DAFD-9EA5-4E17-A6F4-5A52CC1B2519}">
      <dsp:nvSpPr>
        <dsp:cNvPr id="0" name=""/>
        <dsp:cNvSpPr/>
      </dsp:nvSpPr>
      <dsp:spPr>
        <a:xfrm>
          <a:off x="3640142" y="742827"/>
          <a:ext cx="3308449" cy="198506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2.Internal State Update: </a:t>
          </a:r>
          <a:r>
            <a:rPr lang="en-US" sz="1400" kern="1200" dirty="0"/>
            <a:t>The agent uses its internal </a:t>
          </a:r>
          <a:r>
            <a:rPr lang="en-US" sz="1400" i="1" kern="1200" dirty="0"/>
            <a:t>model</a:t>
          </a:r>
          <a:r>
            <a:rPr lang="en-US" sz="1400" kern="1200" dirty="0"/>
            <a:t> to update its current </a:t>
          </a:r>
          <a:r>
            <a:rPr lang="en-US" sz="1400" i="1" kern="1200" dirty="0"/>
            <a:t>internal state</a:t>
          </a:r>
          <a:r>
            <a:rPr lang="en-US" sz="1400" kern="1200" dirty="0"/>
            <a:t>. The current percept combines with the previous state to generate the updated current state, which includes information about the world that isn't immediately visible in the current percept.</a:t>
          </a:r>
        </a:p>
      </dsp:txBody>
      <dsp:txXfrm>
        <a:off x="3640142" y="742827"/>
        <a:ext cx="3308449" cy="1985069"/>
      </dsp:txXfrm>
    </dsp:sp>
    <dsp:sp modelId="{636C6364-349B-48C6-BC93-131B18288BEF}">
      <dsp:nvSpPr>
        <dsp:cNvPr id="0" name=""/>
        <dsp:cNvSpPr/>
      </dsp:nvSpPr>
      <dsp:spPr>
        <a:xfrm>
          <a:off x="848" y="3058741"/>
          <a:ext cx="3308449" cy="19850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</a:t>
          </a:r>
          <a:r>
            <a:rPr lang="en-US" sz="1400" b="1" kern="1200" dirty="0"/>
            <a:t>Rule Based Decision </a:t>
          </a:r>
          <a:r>
            <a:rPr lang="en-US" sz="1400" b="1" kern="1200" dirty="0" err="1"/>
            <a:t>Making</a:t>
          </a:r>
          <a:r>
            <a:rPr lang="en-US" sz="1400" kern="1200" dirty="0" err="1"/>
            <a:t>:The</a:t>
          </a:r>
          <a:r>
            <a:rPr lang="en-US" sz="1400" kern="1200" dirty="0"/>
            <a:t> agent then uses this updated internal state to decide on an action. It employs a set of condition-action rules that map the </a:t>
          </a:r>
          <a:r>
            <a:rPr lang="en-US" sz="1400" i="1" kern="1200" dirty="0"/>
            <a:t>current state</a:t>
          </a:r>
          <a:r>
            <a:rPr lang="en-US" sz="1400" kern="1200" dirty="0"/>
            <a:t> to an appropriate action.</a:t>
          </a:r>
        </a:p>
      </dsp:txBody>
      <dsp:txXfrm>
        <a:off x="848" y="3058741"/>
        <a:ext cx="3308449" cy="1985069"/>
      </dsp:txXfrm>
    </dsp:sp>
    <dsp:sp modelId="{1E67C4D7-ABA4-48A3-AD35-2D8448B1C16B}">
      <dsp:nvSpPr>
        <dsp:cNvPr id="0" name=""/>
        <dsp:cNvSpPr/>
      </dsp:nvSpPr>
      <dsp:spPr>
        <a:xfrm>
          <a:off x="3640142" y="3058741"/>
          <a:ext cx="3308449" cy="198506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</a:t>
          </a:r>
          <a:r>
            <a:rPr lang="en-US" sz="1400" b="1" kern="1200"/>
            <a:t>Action</a:t>
          </a:r>
          <a:r>
            <a:rPr lang="en-US" sz="1400" kern="1200"/>
            <a:t>:The agent performs the chosen action in environment.</a:t>
          </a:r>
          <a:br>
            <a:rPr lang="en-US" sz="1400" kern="1200"/>
          </a:br>
          <a:endParaRPr lang="en-US" sz="1400" kern="1200"/>
        </a:p>
      </dsp:txBody>
      <dsp:txXfrm>
        <a:off x="3640142" y="3058741"/>
        <a:ext cx="3308449" cy="19850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E71F4-9467-439F-AE0F-3EE8690E9F3C}">
      <dsp:nvSpPr>
        <dsp:cNvPr id="0" name=""/>
        <dsp:cNvSpPr/>
      </dsp:nvSpPr>
      <dsp:spPr>
        <a:xfrm>
          <a:off x="1507240" y="2200"/>
          <a:ext cx="6028962" cy="113981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Sense: They gather information about the current state of the environment using sensors or data inputs.</a:t>
          </a:r>
        </a:p>
      </dsp:txBody>
      <dsp:txXfrm>
        <a:off x="1507240" y="2200"/>
        <a:ext cx="6028962" cy="1139811"/>
      </dsp:txXfrm>
    </dsp:sp>
    <dsp:sp modelId="{898720B9-0320-46AE-BD92-73CB3B890941}">
      <dsp:nvSpPr>
        <dsp:cNvPr id="0" name=""/>
        <dsp:cNvSpPr/>
      </dsp:nvSpPr>
      <dsp:spPr>
        <a:xfrm>
          <a:off x="0" y="2200"/>
          <a:ext cx="1507240" cy="1139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Sense</a:t>
          </a:r>
        </a:p>
      </dsp:txBody>
      <dsp:txXfrm>
        <a:off x="0" y="2200"/>
        <a:ext cx="1507240" cy="1139811"/>
      </dsp:txXfrm>
    </dsp:sp>
    <dsp:sp modelId="{350725B9-C499-484E-B7B9-6367A0871808}">
      <dsp:nvSpPr>
        <dsp:cNvPr id="0" name=""/>
        <dsp:cNvSpPr/>
      </dsp:nvSpPr>
      <dsp:spPr>
        <a:xfrm>
          <a:off x="1507240" y="1210400"/>
          <a:ext cx="6028962" cy="113981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Think: The agent processes this information, updates its internal model, and evaluates potential actions against its set goals, often by breaking down the main goal into smaller sub-goals</a:t>
          </a:r>
          <a:r>
            <a:rPr lang="en-US" sz="1300" kern="1200" dirty="0"/>
            <a:t>.</a:t>
          </a:r>
        </a:p>
      </dsp:txBody>
      <dsp:txXfrm>
        <a:off x="1507240" y="1210400"/>
        <a:ext cx="6028962" cy="1139811"/>
      </dsp:txXfrm>
    </dsp:sp>
    <dsp:sp modelId="{AD734ABD-F01E-4C21-AA60-DA71A1027063}">
      <dsp:nvSpPr>
        <dsp:cNvPr id="0" name=""/>
        <dsp:cNvSpPr/>
      </dsp:nvSpPr>
      <dsp:spPr>
        <a:xfrm>
          <a:off x="0" y="1210400"/>
          <a:ext cx="1507240" cy="11398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Think</a:t>
          </a:r>
        </a:p>
      </dsp:txBody>
      <dsp:txXfrm>
        <a:off x="0" y="1210400"/>
        <a:ext cx="1507240" cy="1139811"/>
      </dsp:txXfrm>
    </dsp:sp>
    <dsp:sp modelId="{161D6FAF-1091-4CBE-97CE-52A76167AA0F}">
      <dsp:nvSpPr>
        <dsp:cNvPr id="0" name=""/>
        <dsp:cNvSpPr/>
      </dsp:nvSpPr>
      <dsp:spPr>
        <a:xfrm>
          <a:off x="1507240" y="2418601"/>
          <a:ext cx="6028962" cy="113981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Act: The agent executes the selected actions using actuators or tools (e.g., API calls, robotic movements).</a:t>
          </a:r>
        </a:p>
      </dsp:txBody>
      <dsp:txXfrm>
        <a:off x="1507240" y="2418601"/>
        <a:ext cx="6028962" cy="1139811"/>
      </dsp:txXfrm>
    </dsp:sp>
    <dsp:sp modelId="{41810545-0B9B-4946-B793-084E58CC8B6D}">
      <dsp:nvSpPr>
        <dsp:cNvPr id="0" name=""/>
        <dsp:cNvSpPr/>
      </dsp:nvSpPr>
      <dsp:spPr>
        <a:xfrm>
          <a:off x="0" y="2418601"/>
          <a:ext cx="1507240" cy="11398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Act</a:t>
          </a:r>
        </a:p>
      </dsp:txBody>
      <dsp:txXfrm>
        <a:off x="0" y="2418601"/>
        <a:ext cx="1507240" cy="1139811"/>
      </dsp:txXfrm>
    </dsp:sp>
    <dsp:sp modelId="{22801991-6710-4DC3-A691-C28B69047A1C}">
      <dsp:nvSpPr>
        <dsp:cNvPr id="0" name=""/>
        <dsp:cNvSpPr/>
      </dsp:nvSpPr>
      <dsp:spPr>
        <a:xfrm>
          <a:off x="1507240" y="3626801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Adapt: They monitor the results and use feedback to learn and refine their strategy over time. </a:t>
          </a:r>
        </a:p>
      </dsp:txBody>
      <dsp:txXfrm>
        <a:off x="1507240" y="3626801"/>
        <a:ext cx="6028962" cy="1139811"/>
      </dsp:txXfrm>
    </dsp:sp>
    <dsp:sp modelId="{9E33F3EF-40BE-4F34-A438-46252816C8B5}">
      <dsp:nvSpPr>
        <dsp:cNvPr id="0" name=""/>
        <dsp:cNvSpPr/>
      </dsp:nvSpPr>
      <dsp:spPr>
        <a:xfrm>
          <a:off x="0" y="3626801"/>
          <a:ext cx="1507240" cy="11398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Adapt</a:t>
          </a:r>
        </a:p>
      </dsp:txBody>
      <dsp:txXfrm>
        <a:off x="0" y="3626801"/>
        <a:ext cx="1507240" cy="1139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7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98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0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1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0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5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1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7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5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8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2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2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22" name="Picture 21" descr="Invisible man in suit">
            <a:extLst>
              <a:ext uri="{FF2B5EF4-FFF2-40B4-BE49-F238E27FC236}">
                <a16:creationId xmlns:a16="http://schemas.microsoft.com/office/drawing/2014/main" id="{48BF8F2B-E3BB-7455-9FDF-8C97DA2DE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E653B-BB6C-A887-3506-DDC15A3D7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6600" dirty="0"/>
              <a:t>Types of Agents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3ED63-D1E6-98EB-9875-56CF1083E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 dirty="0"/>
              <a:t>BY Deepa Kumari Paneru</a:t>
            </a:r>
          </a:p>
          <a:p>
            <a:pPr algn="l"/>
            <a:r>
              <a:rPr lang="en-US" sz="2200" dirty="0"/>
              <a:t>Roll No:11</a:t>
            </a:r>
          </a:p>
        </p:txBody>
      </p:sp>
    </p:spTree>
    <p:extLst>
      <p:ext uri="{BB962C8B-B14F-4D97-AF65-F5344CB8AC3E}">
        <p14:creationId xmlns:p14="http://schemas.microsoft.com/office/powerpoint/2010/main" val="284220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15CDD-3F03-A235-A7C3-B7EC183C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Agents</a:t>
            </a:r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0AE25BB5-5DAE-3E76-8CE5-C0FF6059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01" r="4622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F0FB-A8F4-A844-2B71-97A7B3F0E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2400" dirty="0"/>
              <a:t>Agent is an  autonomous  entity that observes and acts upon environment and directs it’s activity toward achieving a goal.</a:t>
            </a:r>
          </a:p>
          <a:p>
            <a:r>
              <a:rPr lang="en-US" sz="2400" dirty="0"/>
              <a:t>Agents operates </a:t>
            </a:r>
            <a:r>
              <a:rPr lang="en-US" sz="2400" dirty="0" err="1"/>
              <a:t>automatically,without</a:t>
            </a:r>
            <a:r>
              <a:rPr lang="en-US" sz="2400" dirty="0"/>
              <a:t> human control and can be classified based on their </a:t>
            </a:r>
            <a:r>
              <a:rPr lang="en-US" sz="2400" dirty="0" err="1"/>
              <a:t>behavior,environment</a:t>
            </a:r>
            <a:r>
              <a:rPr lang="en-US" sz="2400" dirty="0"/>
              <a:t> and number of interacting agents.</a:t>
            </a:r>
          </a:p>
        </p:txBody>
      </p:sp>
    </p:spTree>
    <p:extLst>
      <p:ext uri="{BB962C8B-B14F-4D97-AF65-F5344CB8AC3E}">
        <p14:creationId xmlns:p14="http://schemas.microsoft.com/office/powerpoint/2010/main" val="288487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B32AD4-4750-6E91-AB84-EBCF8306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 dirty="0"/>
              <a:t>Types of Agents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6F8504-3CBA-C25E-D28E-BD76B2B35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0466285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772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23710-7520-0242-3F0A-BFB71040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/>
              <a:t>1.Simple Reflex Agents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0E92A84-85C0-9CB7-CA62-DCB70074E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395486"/>
              </p:ext>
            </p:extLst>
          </p:nvPr>
        </p:nvGraphicFramePr>
        <p:xfrm>
          <a:off x="1514856" y="20899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40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50FB3-D83E-C159-33A7-46174AF2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Working principle:</a:t>
            </a:r>
            <a:br>
              <a:rPr lang="en-US" sz="4000"/>
            </a:b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E8C4AF-C097-05AD-669C-F9852A9B3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89583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794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27CBF-7F86-AAD5-EA27-328F19652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Model-Based Reflex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0967C-FFD5-6E9B-47A1-3802E521F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It has  internal memory of the world to handle partially observable environments.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It is advance type of agent than simple reflex agent.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It uses this model to keep track of unobserved aspects of the environment, allowing it to make more informed decisions than a simple reflex agent by considering past interactions and how the world evolves over time. Key components include a state tracker, the world model itself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  <p:pic>
        <p:nvPicPr>
          <p:cNvPr id="5" name="Picture 4" descr="A robot with human face">
            <a:extLst>
              <a:ext uri="{FF2B5EF4-FFF2-40B4-BE49-F238E27FC236}">
                <a16:creationId xmlns:a16="http://schemas.microsoft.com/office/drawing/2014/main" id="{E0C233A9-FBBC-06EB-5DAA-EF6D50E52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5" r="22191" b="-2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3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A238A-7A37-28FA-3F7A-13368057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Working Principle: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01A2BE-34D7-00AF-FBB3-495A0F6E9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700077"/>
              </p:ext>
            </p:extLst>
          </p:nvPr>
        </p:nvGraphicFramePr>
        <p:xfrm>
          <a:off x="4608246" y="5994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57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A3CEC-C52A-33BB-67D3-EF5745784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3.Goal-Based Agents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AA79F-63FA-B947-9DBC-37905B4F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2400" dirty="0"/>
              <a:t>Thinks Ahead to achieve goals.</a:t>
            </a:r>
          </a:p>
          <a:p>
            <a:r>
              <a:rPr lang="en-US" sz="2400" dirty="0"/>
              <a:t>It achieves specific objectives by evaluating its environment, considering the future consequences of potential actions, and planning a sequence of steps to reach its target.</a:t>
            </a:r>
          </a:p>
          <a:p>
            <a:r>
              <a:rPr lang="en-US" sz="2400" dirty="0"/>
              <a:t>a Goal-Based agent is proactive and strategic in its decision-making. </a:t>
            </a:r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11AB7060-0630-5CFA-BA3F-B9CFB2B9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7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5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EA293-329B-EB3F-13DB-2B51FDDD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/>
              <a:t>Working Principles: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AC4B90-6803-F3B8-6855-FE50A8ACD0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713912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5827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ED2B6-8C53-E6B3-B3ED-2AE3865B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4.Utility-Based Agent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12D72-7A59-D508-2238-AF2363A8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447" y="2250948"/>
            <a:ext cx="6035041" cy="4096512"/>
          </a:xfrm>
        </p:spPr>
        <p:txBody>
          <a:bodyPr>
            <a:normAutofit/>
          </a:bodyPr>
          <a:lstStyle/>
          <a:p>
            <a:r>
              <a:rPr lang="en-US" sz="2400" dirty="0"/>
              <a:t>It maximizes the performance.</a:t>
            </a:r>
          </a:p>
          <a:p>
            <a:r>
              <a:rPr lang="en-US" sz="2400" dirty="0"/>
              <a:t>It makes decisions by evaluating possible actions based on a utility function.</a:t>
            </a:r>
          </a:p>
          <a:p>
            <a:r>
              <a:rPr lang="en-US" sz="2400" dirty="0"/>
              <a:t>The agent's goal is to maximize this utility, not just to achieve a single binary goal (success or failure).</a:t>
            </a:r>
          </a:p>
        </p:txBody>
      </p:sp>
      <p:pic>
        <p:nvPicPr>
          <p:cNvPr id="5" name="Picture 4" descr="White stairs with a blue arrow drawn in the middle pointing upwards">
            <a:extLst>
              <a:ext uri="{FF2B5EF4-FFF2-40B4-BE49-F238E27FC236}">
                <a16:creationId xmlns:a16="http://schemas.microsoft.com/office/drawing/2014/main" id="{C1EF4A96-7362-E0AA-8F4F-03DE9317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33" r="2330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60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DDCA-AA3B-A278-3FA8-07A0C10A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3F0-7CD3-BD83-4C5D-E47CB76F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1.Perceive:</a:t>
            </a:r>
            <a:r>
              <a:rPr lang="en-US" sz="2400" dirty="0"/>
              <a:t> Gathers data from the environment using sensors.</a:t>
            </a:r>
          </a:p>
          <a:p>
            <a:pPr marL="0" indent="0">
              <a:buNone/>
            </a:pPr>
            <a:r>
              <a:rPr lang="en-US" sz="2400" b="1" dirty="0"/>
              <a:t>2.Model:</a:t>
            </a:r>
            <a:r>
              <a:rPr lang="en-US" sz="2400" dirty="0"/>
              <a:t> Uses an internal model to understand the current state and predict the outcomes of potential actions.</a:t>
            </a:r>
          </a:p>
          <a:p>
            <a:pPr marL="0" indent="0">
              <a:buNone/>
            </a:pPr>
            <a:r>
              <a:rPr lang="en-US" sz="2400" b="1" dirty="0"/>
              <a:t>3.Evaluate:</a:t>
            </a:r>
            <a:r>
              <a:rPr lang="en-US" sz="2400" dirty="0"/>
              <a:t> Assigns utility values to the potential outcomes using the utility function.</a:t>
            </a:r>
          </a:p>
          <a:p>
            <a:pPr marL="0" indent="0">
              <a:buNone/>
            </a:pPr>
            <a:r>
              <a:rPr lang="en-US" sz="2400" b="1" dirty="0"/>
              <a:t>4.Select:</a:t>
            </a:r>
            <a:r>
              <a:rPr lang="en-US" sz="2400" dirty="0"/>
              <a:t> Chooses the action that is expected to yield the maximum utility.</a:t>
            </a:r>
          </a:p>
          <a:p>
            <a:pPr marL="0" indent="0">
              <a:buNone/>
            </a:pPr>
            <a:r>
              <a:rPr lang="en-US" sz="2400" b="1" dirty="0"/>
              <a:t>5.Act:</a:t>
            </a:r>
            <a:r>
              <a:rPr lang="en-US" sz="2400" dirty="0"/>
              <a:t> Executes the chosen action using actuators.</a:t>
            </a:r>
          </a:p>
          <a:p>
            <a:pPr marL="0" indent="0">
              <a:buNone/>
            </a:pPr>
            <a:r>
              <a:rPr lang="en-US" sz="2400" b="1" dirty="0"/>
              <a:t>6.Learn &amp; Adapt:</a:t>
            </a:r>
            <a:r>
              <a:rPr lang="en-US" sz="2400" dirty="0"/>
              <a:t> Uses feedback from the environment to refine its internal models and utility function over time.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042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B93BE-A295-25C5-8A68-BFFC2AB4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5.Learning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544D-D092-FF1D-8129-2FA8F2967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6035040" cy="4327652"/>
          </a:xfrm>
        </p:spPr>
        <p:txBody>
          <a:bodyPr>
            <a:noAutofit/>
          </a:bodyPr>
          <a:lstStyle/>
          <a:p>
            <a:r>
              <a:rPr lang="en-US" sz="2400" dirty="0"/>
              <a:t>It learns and improves over time.</a:t>
            </a:r>
          </a:p>
          <a:p>
            <a:r>
              <a:rPr lang="en-US" sz="2400" dirty="0"/>
              <a:t>It refers to a software entity or system designed to autonomously interact with its environment.</a:t>
            </a:r>
          </a:p>
          <a:p>
            <a:r>
              <a:rPr lang="en-US" sz="2400" dirty="0"/>
              <a:t> This innovative approach to problem-solving puts an end to the static nature of classical planning by rejecting the conclusions based on the trivial pursuit of perfect knowledge.</a:t>
            </a:r>
          </a:p>
        </p:txBody>
      </p:sp>
      <p:pic>
        <p:nvPicPr>
          <p:cNvPr id="5" name="Picture 4" descr="Different science and technology icons on a green background">
            <a:extLst>
              <a:ext uri="{FF2B5EF4-FFF2-40B4-BE49-F238E27FC236}">
                <a16:creationId xmlns:a16="http://schemas.microsoft.com/office/drawing/2014/main" id="{5A1647AC-C23E-7444-04D6-05E48DD7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6" r="1821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61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4862C-9353-D5F5-1202-0ED5FFA0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Working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0770-C91A-D7A7-F9AA-BACC9659B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83565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b="1" dirty="0"/>
              <a:t>1. Perceive:</a:t>
            </a:r>
            <a:r>
              <a:rPr lang="en-US" dirty="0"/>
              <a:t> The agent diligently observes information about the current state of itself and how the actions taken, impact it.</a:t>
            </a:r>
          </a:p>
          <a:p>
            <a:pPr marL="0" indent="0" fontAlgn="base">
              <a:buNone/>
            </a:pPr>
            <a:r>
              <a:rPr lang="en-US" b="1" dirty="0"/>
              <a:t>2.Learn:</a:t>
            </a:r>
            <a:r>
              <a:rPr lang="en-US" dirty="0"/>
              <a:t> With insights from perception it correctly takes part in </a:t>
            </a:r>
            <a:r>
              <a:rPr lang="en-US" dirty="0" err="1"/>
              <a:t>learning.By</a:t>
            </a:r>
            <a:r>
              <a:rPr lang="en-US" dirty="0"/>
              <a:t> doing this kind of analysis, agent's internal models are improved with an aim of having adaptive decision making abilities.</a:t>
            </a:r>
          </a:p>
          <a:p>
            <a:pPr marL="0" indent="0" fontAlgn="base">
              <a:buNone/>
            </a:pPr>
            <a:r>
              <a:rPr lang="en-US" b="1" dirty="0"/>
              <a:t>3.Act:</a:t>
            </a:r>
            <a:r>
              <a:rPr lang="en-US" dirty="0"/>
              <a:t> Utilizing its revised knowledge base and input from a critic, the agent selects actions geared toward maximizing objective achievement in its surroundings.</a:t>
            </a:r>
          </a:p>
        </p:txBody>
      </p:sp>
      <p:pic>
        <p:nvPicPr>
          <p:cNvPr id="7" name="Graphic 6" descr="Eyes">
            <a:extLst>
              <a:ext uri="{FF2B5EF4-FFF2-40B4-BE49-F238E27FC236}">
                <a16:creationId xmlns:a16="http://schemas.microsoft.com/office/drawing/2014/main" id="{FEDBDCB5-CABB-4F1E-8505-14FC9D4C1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8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AB76-07FA-1972-7C2C-23CDF94B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5552" y="300011"/>
            <a:ext cx="10653578" cy="1132258"/>
          </a:xfrm>
        </p:spPr>
        <p:txBody>
          <a:bodyPr/>
          <a:lstStyle/>
          <a:p>
            <a:pPr algn="ctr"/>
            <a:r>
              <a:rPr lang="en-US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D9521-64DA-012F-C0D9-4683C1FFF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232932"/>
            <a:ext cx="10072426" cy="4593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Agent is very useful as it makes AI more Effective and reliable.</a:t>
            </a:r>
          </a:p>
          <a:p>
            <a:pPr marL="0" indent="0">
              <a:buNone/>
            </a:pPr>
            <a:r>
              <a:rPr lang="en-US" sz="2400" dirty="0"/>
              <a:t> Simple </a:t>
            </a:r>
            <a:r>
              <a:rPr lang="en-US" sz="2400" dirty="0" err="1"/>
              <a:t>Reflex,Model</a:t>
            </a:r>
            <a:r>
              <a:rPr lang="en-US" sz="2400" dirty="0"/>
              <a:t> Based </a:t>
            </a:r>
            <a:r>
              <a:rPr lang="en-US" sz="2400" dirty="0" err="1"/>
              <a:t>Reflex,Goal</a:t>
            </a:r>
            <a:r>
              <a:rPr lang="en-US" sz="2400" dirty="0"/>
              <a:t>-Based ,Utility-Based and Learning Based all agents help to maximize the efficiency and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380793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4D6BFDA-EA81-44B0-E33D-E10B761A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966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44B20-A1E5-0A4A-C910-9F0C64B5F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873" y="2212846"/>
            <a:ext cx="5417126" cy="40965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4000" dirty="0"/>
              <a:t>Have </a:t>
            </a:r>
            <a:r>
              <a:rPr lang="en-US" sz="4000"/>
              <a:t>you any question?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E9BF31-73FD-E99F-5108-FA494DBB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20700"/>
            <a:ext cx="10653578" cy="1905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14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B74C5-FDF9-0143-3B19-E0F9734F3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14678" y="-647700"/>
            <a:ext cx="10872216" cy="99060"/>
          </a:xfrm>
        </p:spPr>
        <p:txBody>
          <a:bodyPr anchor="t">
            <a:normAutofit fontScale="90000"/>
          </a:bodyPr>
          <a:lstStyle/>
          <a:p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5AB3D5C3-AB3C-AC6B-2152-AADB60098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792223"/>
            <a:ext cx="3698530" cy="36985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C70A4-7D3A-125A-913C-3BAB8086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551" y="1792224"/>
            <a:ext cx="6602154" cy="451713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4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6301615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918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Neue Haas Grotesk Text Pro</vt:lpstr>
      <vt:lpstr>VanillaVTI</vt:lpstr>
      <vt:lpstr>Types of Agents </vt:lpstr>
      <vt:lpstr>Agents</vt:lpstr>
      <vt:lpstr>Types of Agents  </vt:lpstr>
      <vt:lpstr>1.Simple Reflex Agents</vt:lpstr>
      <vt:lpstr>Working principle: </vt:lpstr>
      <vt:lpstr>Model-Based Reflex Agents</vt:lpstr>
      <vt:lpstr>Working Principle:</vt:lpstr>
      <vt:lpstr>3.Goal-Based Agents</vt:lpstr>
      <vt:lpstr>Working Principles:</vt:lpstr>
      <vt:lpstr>4.Utility-Based Agent</vt:lpstr>
      <vt:lpstr>Working Principle</vt:lpstr>
      <vt:lpstr>5.Learning Agent</vt:lpstr>
      <vt:lpstr>Working Principle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 Paneru</dc:creator>
  <cp:lastModifiedBy>Deepa Paneru</cp:lastModifiedBy>
  <cp:revision>1</cp:revision>
  <dcterms:created xsi:type="dcterms:W3CDTF">2025-11-17T11:23:49Z</dcterms:created>
  <dcterms:modified xsi:type="dcterms:W3CDTF">2025-11-17T13:51:42Z</dcterms:modified>
</cp:coreProperties>
</file>