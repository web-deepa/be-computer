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1" r:id="rId6"/>
    <p:sldId id="260"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5" autoAdjust="0"/>
    <p:restoredTop sz="94660"/>
  </p:normalViewPr>
  <p:slideViewPr>
    <p:cSldViewPr snapToGrid="0">
      <p:cViewPr varScale="1">
        <p:scale>
          <a:sx n="72" d="100"/>
          <a:sy n="72" d="100"/>
        </p:scale>
        <p:origin x="6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54242-8564-75BE-4696-F758A472C5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6B2F69-FD48-43D3-DCAE-599B0EC464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2D242D1-5286-CE94-1C3E-E2B003F8D0CE}"/>
              </a:ext>
            </a:extLst>
          </p:cNvPr>
          <p:cNvSpPr>
            <a:spLocks noGrp="1"/>
          </p:cNvSpPr>
          <p:nvPr>
            <p:ph type="dt" sz="half" idx="10"/>
          </p:nvPr>
        </p:nvSpPr>
        <p:spPr/>
        <p:txBody>
          <a:bodyPr/>
          <a:lstStyle/>
          <a:p>
            <a:fld id="{6A64B379-63DC-46FC-8282-5190E7331420}" type="datetimeFigureOut">
              <a:rPr lang="en-US" smtClean="0"/>
              <a:t>11/11/2025</a:t>
            </a:fld>
            <a:endParaRPr lang="en-US"/>
          </a:p>
        </p:txBody>
      </p:sp>
      <p:sp>
        <p:nvSpPr>
          <p:cNvPr id="5" name="Footer Placeholder 4">
            <a:extLst>
              <a:ext uri="{FF2B5EF4-FFF2-40B4-BE49-F238E27FC236}">
                <a16:creationId xmlns:a16="http://schemas.microsoft.com/office/drawing/2014/main" id="{C27107DC-FB6E-D8C9-BB5B-BD615BF349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81CB59-5B1B-F6F0-3B7B-B4DB27763272}"/>
              </a:ext>
            </a:extLst>
          </p:cNvPr>
          <p:cNvSpPr>
            <a:spLocks noGrp="1"/>
          </p:cNvSpPr>
          <p:nvPr>
            <p:ph type="sldNum" sz="quarter" idx="12"/>
          </p:nvPr>
        </p:nvSpPr>
        <p:spPr/>
        <p:txBody>
          <a:bodyPr/>
          <a:lstStyle/>
          <a:p>
            <a:fld id="{7E2B677A-E0F1-4F3C-AB81-73A31288D1FB}" type="slidenum">
              <a:rPr lang="en-US" smtClean="0"/>
              <a:t>‹#›</a:t>
            </a:fld>
            <a:endParaRPr lang="en-US"/>
          </a:p>
        </p:txBody>
      </p:sp>
    </p:spTree>
    <p:extLst>
      <p:ext uri="{BB962C8B-B14F-4D97-AF65-F5344CB8AC3E}">
        <p14:creationId xmlns:p14="http://schemas.microsoft.com/office/powerpoint/2010/main" val="2370838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85521-F2C6-8B76-EAAF-733C4FADA7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AA78C5-444C-E65D-6640-5D15C2BE5E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A4EE66-867D-8600-3331-431DA9F6B528}"/>
              </a:ext>
            </a:extLst>
          </p:cNvPr>
          <p:cNvSpPr>
            <a:spLocks noGrp="1"/>
          </p:cNvSpPr>
          <p:nvPr>
            <p:ph type="dt" sz="half" idx="10"/>
          </p:nvPr>
        </p:nvSpPr>
        <p:spPr/>
        <p:txBody>
          <a:bodyPr/>
          <a:lstStyle/>
          <a:p>
            <a:fld id="{6A64B379-63DC-46FC-8282-5190E7331420}" type="datetimeFigureOut">
              <a:rPr lang="en-US" smtClean="0"/>
              <a:t>11/11/2025</a:t>
            </a:fld>
            <a:endParaRPr lang="en-US"/>
          </a:p>
        </p:txBody>
      </p:sp>
      <p:sp>
        <p:nvSpPr>
          <p:cNvPr id="5" name="Footer Placeholder 4">
            <a:extLst>
              <a:ext uri="{FF2B5EF4-FFF2-40B4-BE49-F238E27FC236}">
                <a16:creationId xmlns:a16="http://schemas.microsoft.com/office/drawing/2014/main" id="{732235AE-6DE7-8B1C-933D-FEF54A9105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854A27-BA10-7861-A6F3-20A4B244971C}"/>
              </a:ext>
            </a:extLst>
          </p:cNvPr>
          <p:cNvSpPr>
            <a:spLocks noGrp="1"/>
          </p:cNvSpPr>
          <p:nvPr>
            <p:ph type="sldNum" sz="quarter" idx="12"/>
          </p:nvPr>
        </p:nvSpPr>
        <p:spPr/>
        <p:txBody>
          <a:bodyPr/>
          <a:lstStyle/>
          <a:p>
            <a:fld id="{7E2B677A-E0F1-4F3C-AB81-73A31288D1FB}" type="slidenum">
              <a:rPr lang="en-US" smtClean="0"/>
              <a:t>‹#›</a:t>
            </a:fld>
            <a:endParaRPr lang="en-US"/>
          </a:p>
        </p:txBody>
      </p:sp>
    </p:spTree>
    <p:extLst>
      <p:ext uri="{BB962C8B-B14F-4D97-AF65-F5344CB8AC3E}">
        <p14:creationId xmlns:p14="http://schemas.microsoft.com/office/powerpoint/2010/main" val="4193616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5FE09-D92C-E43B-E161-36D1AD7198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701D365-C356-A9F3-F93E-80A279E0B0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181554-0DC9-CF79-E282-73A439754E88}"/>
              </a:ext>
            </a:extLst>
          </p:cNvPr>
          <p:cNvSpPr>
            <a:spLocks noGrp="1"/>
          </p:cNvSpPr>
          <p:nvPr>
            <p:ph type="dt" sz="half" idx="10"/>
          </p:nvPr>
        </p:nvSpPr>
        <p:spPr/>
        <p:txBody>
          <a:bodyPr/>
          <a:lstStyle/>
          <a:p>
            <a:fld id="{6A64B379-63DC-46FC-8282-5190E7331420}" type="datetimeFigureOut">
              <a:rPr lang="en-US" smtClean="0"/>
              <a:t>11/11/2025</a:t>
            </a:fld>
            <a:endParaRPr lang="en-US"/>
          </a:p>
        </p:txBody>
      </p:sp>
      <p:sp>
        <p:nvSpPr>
          <p:cNvPr id="5" name="Footer Placeholder 4">
            <a:extLst>
              <a:ext uri="{FF2B5EF4-FFF2-40B4-BE49-F238E27FC236}">
                <a16:creationId xmlns:a16="http://schemas.microsoft.com/office/drawing/2014/main" id="{FF6E4356-0BFF-C775-11DF-1E753D1549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65DAE5-D144-E055-9C2B-19040C4EB24B}"/>
              </a:ext>
            </a:extLst>
          </p:cNvPr>
          <p:cNvSpPr>
            <a:spLocks noGrp="1"/>
          </p:cNvSpPr>
          <p:nvPr>
            <p:ph type="sldNum" sz="quarter" idx="12"/>
          </p:nvPr>
        </p:nvSpPr>
        <p:spPr/>
        <p:txBody>
          <a:bodyPr/>
          <a:lstStyle/>
          <a:p>
            <a:fld id="{7E2B677A-E0F1-4F3C-AB81-73A31288D1FB}" type="slidenum">
              <a:rPr lang="en-US" smtClean="0"/>
              <a:t>‹#›</a:t>
            </a:fld>
            <a:endParaRPr lang="en-US"/>
          </a:p>
        </p:txBody>
      </p:sp>
    </p:spTree>
    <p:extLst>
      <p:ext uri="{BB962C8B-B14F-4D97-AF65-F5344CB8AC3E}">
        <p14:creationId xmlns:p14="http://schemas.microsoft.com/office/powerpoint/2010/main" val="1859545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32FD5-0F96-0A5C-F6BA-1C0ABE60B70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2C93AB-5C73-7557-9D6F-EDA61AC945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2ED3B41-D3B0-343C-6C2E-A64732161F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FCBFFE6-EAEB-F2D1-15F1-7C8E2E6D8BF3}"/>
              </a:ext>
            </a:extLst>
          </p:cNvPr>
          <p:cNvSpPr>
            <a:spLocks noGrp="1"/>
          </p:cNvSpPr>
          <p:nvPr>
            <p:ph type="dt" sz="half" idx="10"/>
          </p:nvPr>
        </p:nvSpPr>
        <p:spPr/>
        <p:txBody>
          <a:bodyPr/>
          <a:lstStyle/>
          <a:p>
            <a:fld id="{6A64B379-63DC-46FC-8282-5190E7331420}" type="datetimeFigureOut">
              <a:rPr lang="en-US" smtClean="0"/>
              <a:t>11/11/2025</a:t>
            </a:fld>
            <a:endParaRPr lang="en-US"/>
          </a:p>
        </p:txBody>
      </p:sp>
      <p:sp>
        <p:nvSpPr>
          <p:cNvPr id="6" name="Footer Placeholder 5">
            <a:extLst>
              <a:ext uri="{FF2B5EF4-FFF2-40B4-BE49-F238E27FC236}">
                <a16:creationId xmlns:a16="http://schemas.microsoft.com/office/drawing/2014/main" id="{28040104-50FD-29D7-8F3E-981C986140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A34CBC-6A88-2E35-A0AE-27958B10FBBA}"/>
              </a:ext>
            </a:extLst>
          </p:cNvPr>
          <p:cNvSpPr>
            <a:spLocks noGrp="1"/>
          </p:cNvSpPr>
          <p:nvPr>
            <p:ph type="sldNum" sz="quarter" idx="12"/>
          </p:nvPr>
        </p:nvSpPr>
        <p:spPr/>
        <p:txBody>
          <a:bodyPr/>
          <a:lstStyle/>
          <a:p>
            <a:fld id="{7E2B677A-E0F1-4F3C-AB81-73A31288D1FB}" type="slidenum">
              <a:rPr lang="en-US" smtClean="0"/>
              <a:t>‹#›</a:t>
            </a:fld>
            <a:endParaRPr lang="en-US"/>
          </a:p>
        </p:txBody>
      </p:sp>
    </p:spTree>
    <p:extLst>
      <p:ext uri="{BB962C8B-B14F-4D97-AF65-F5344CB8AC3E}">
        <p14:creationId xmlns:p14="http://schemas.microsoft.com/office/powerpoint/2010/main" val="2666827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FB02F-7088-307C-1332-313E0064776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593F946-4204-3DDF-908B-52DDA094A7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CC4D58-ADEC-C7FE-3C70-506D79A6D1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A73FF2C-0D22-775C-4A49-68BD46B5BE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F0FFED-18E2-0FCB-9A28-F6EA31C9BA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9423F2F-A1D1-C91C-FEE6-0248F690412F}"/>
              </a:ext>
            </a:extLst>
          </p:cNvPr>
          <p:cNvSpPr>
            <a:spLocks noGrp="1"/>
          </p:cNvSpPr>
          <p:nvPr>
            <p:ph type="dt" sz="half" idx="10"/>
          </p:nvPr>
        </p:nvSpPr>
        <p:spPr/>
        <p:txBody>
          <a:bodyPr/>
          <a:lstStyle/>
          <a:p>
            <a:fld id="{6A64B379-63DC-46FC-8282-5190E7331420}" type="datetimeFigureOut">
              <a:rPr lang="en-US" smtClean="0"/>
              <a:t>11/11/2025</a:t>
            </a:fld>
            <a:endParaRPr lang="en-US"/>
          </a:p>
        </p:txBody>
      </p:sp>
      <p:sp>
        <p:nvSpPr>
          <p:cNvPr id="8" name="Footer Placeholder 7">
            <a:extLst>
              <a:ext uri="{FF2B5EF4-FFF2-40B4-BE49-F238E27FC236}">
                <a16:creationId xmlns:a16="http://schemas.microsoft.com/office/drawing/2014/main" id="{8E66EC2B-2CCB-09AF-E7EB-0CF4C5B034F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3311183-6DFA-15EC-8CB1-5735505DE60B}"/>
              </a:ext>
            </a:extLst>
          </p:cNvPr>
          <p:cNvSpPr>
            <a:spLocks noGrp="1"/>
          </p:cNvSpPr>
          <p:nvPr>
            <p:ph type="sldNum" sz="quarter" idx="12"/>
          </p:nvPr>
        </p:nvSpPr>
        <p:spPr/>
        <p:txBody>
          <a:bodyPr/>
          <a:lstStyle/>
          <a:p>
            <a:fld id="{7E2B677A-E0F1-4F3C-AB81-73A31288D1FB}" type="slidenum">
              <a:rPr lang="en-US" smtClean="0"/>
              <a:t>‹#›</a:t>
            </a:fld>
            <a:endParaRPr lang="en-US"/>
          </a:p>
        </p:txBody>
      </p:sp>
    </p:spTree>
    <p:extLst>
      <p:ext uri="{BB962C8B-B14F-4D97-AF65-F5344CB8AC3E}">
        <p14:creationId xmlns:p14="http://schemas.microsoft.com/office/powerpoint/2010/main" val="3583005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310A7-87E9-32EC-E8A0-226D1BD11BD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72C79BC-E14E-D43D-A5C5-0C4F43A7F331}"/>
              </a:ext>
            </a:extLst>
          </p:cNvPr>
          <p:cNvSpPr>
            <a:spLocks noGrp="1"/>
          </p:cNvSpPr>
          <p:nvPr>
            <p:ph type="dt" sz="half" idx="10"/>
          </p:nvPr>
        </p:nvSpPr>
        <p:spPr/>
        <p:txBody>
          <a:bodyPr/>
          <a:lstStyle/>
          <a:p>
            <a:fld id="{6A64B379-63DC-46FC-8282-5190E7331420}" type="datetimeFigureOut">
              <a:rPr lang="en-US" smtClean="0"/>
              <a:t>11/11/2025</a:t>
            </a:fld>
            <a:endParaRPr lang="en-US"/>
          </a:p>
        </p:txBody>
      </p:sp>
      <p:sp>
        <p:nvSpPr>
          <p:cNvPr id="4" name="Footer Placeholder 3">
            <a:extLst>
              <a:ext uri="{FF2B5EF4-FFF2-40B4-BE49-F238E27FC236}">
                <a16:creationId xmlns:a16="http://schemas.microsoft.com/office/drawing/2014/main" id="{464BA6DB-E459-9F1D-5408-2DFD6247D6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1029832-FF69-631C-1A03-33E047E50D2E}"/>
              </a:ext>
            </a:extLst>
          </p:cNvPr>
          <p:cNvSpPr>
            <a:spLocks noGrp="1"/>
          </p:cNvSpPr>
          <p:nvPr>
            <p:ph type="sldNum" sz="quarter" idx="12"/>
          </p:nvPr>
        </p:nvSpPr>
        <p:spPr/>
        <p:txBody>
          <a:bodyPr/>
          <a:lstStyle/>
          <a:p>
            <a:fld id="{7E2B677A-E0F1-4F3C-AB81-73A31288D1FB}" type="slidenum">
              <a:rPr lang="en-US" smtClean="0"/>
              <a:t>‹#›</a:t>
            </a:fld>
            <a:endParaRPr lang="en-US"/>
          </a:p>
        </p:txBody>
      </p:sp>
    </p:spTree>
    <p:extLst>
      <p:ext uri="{BB962C8B-B14F-4D97-AF65-F5344CB8AC3E}">
        <p14:creationId xmlns:p14="http://schemas.microsoft.com/office/powerpoint/2010/main" val="190890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B842E1-8BF2-B54D-6E7D-9CD69D35C6DD}"/>
              </a:ext>
            </a:extLst>
          </p:cNvPr>
          <p:cNvSpPr>
            <a:spLocks noGrp="1"/>
          </p:cNvSpPr>
          <p:nvPr>
            <p:ph type="dt" sz="half" idx="10"/>
          </p:nvPr>
        </p:nvSpPr>
        <p:spPr/>
        <p:txBody>
          <a:bodyPr/>
          <a:lstStyle/>
          <a:p>
            <a:fld id="{6A64B379-63DC-46FC-8282-5190E7331420}" type="datetimeFigureOut">
              <a:rPr lang="en-US" smtClean="0"/>
              <a:t>11/11/2025</a:t>
            </a:fld>
            <a:endParaRPr lang="en-US"/>
          </a:p>
        </p:txBody>
      </p:sp>
      <p:sp>
        <p:nvSpPr>
          <p:cNvPr id="3" name="Footer Placeholder 2">
            <a:extLst>
              <a:ext uri="{FF2B5EF4-FFF2-40B4-BE49-F238E27FC236}">
                <a16:creationId xmlns:a16="http://schemas.microsoft.com/office/drawing/2014/main" id="{CA7E6276-67FC-5E83-1547-1DDABC3C12D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3BB0BA-93DE-97E5-A4F1-F879D2FC0BA2}"/>
              </a:ext>
            </a:extLst>
          </p:cNvPr>
          <p:cNvSpPr>
            <a:spLocks noGrp="1"/>
          </p:cNvSpPr>
          <p:nvPr>
            <p:ph type="sldNum" sz="quarter" idx="12"/>
          </p:nvPr>
        </p:nvSpPr>
        <p:spPr/>
        <p:txBody>
          <a:bodyPr/>
          <a:lstStyle/>
          <a:p>
            <a:fld id="{7E2B677A-E0F1-4F3C-AB81-73A31288D1FB}" type="slidenum">
              <a:rPr lang="en-US" smtClean="0"/>
              <a:t>‹#›</a:t>
            </a:fld>
            <a:endParaRPr lang="en-US"/>
          </a:p>
        </p:txBody>
      </p:sp>
    </p:spTree>
    <p:extLst>
      <p:ext uri="{BB962C8B-B14F-4D97-AF65-F5344CB8AC3E}">
        <p14:creationId xmlns:p14="http://schemas.microsoft.com/office/powerpoint/2010/main" val="1616208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0F194-6FBC-0F54-83EA-FDA590FE3B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08EC01-98A1-54B7-F6C2-EF506990E9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65DC18-6BA2-7111-51F7-6040F56BC5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0FE029-A3E1-1119-8CED-DC9F87D413C8}"/>
              </a:ext>
            </a:extLst>
          </p:cNvPr>
          <p:cNvSpPr>
            <a:spLocks noGrp="1"/>
          </p:cNvSpPr>
          <p:nvPr>
            <p:ph type="dt" sz="half" idx="10"/>
          </p:nvPr>
        </p:nvSpPr>
        <p:spPr/>
        <p:txBody>
          <a:bodyPr/>
          <a:lstStyle/>
          <a:p>
            <a:fld id="{6A64B379-63DC-46FC-8282-5190E7331420}" type="datetimeFigureOut">
              <a:rPr lang="en-US" smtClean="0"/>
              <a:t>11/11/2025</a:t>
            </a:fld>
            <a:endParaRPr lang="en-US"/>
          </a:p>
        </p:txBody>
      </p:sp>
      <p:sp>
        <p:nvSpPr>
          <p:cNvPr id="6" name="Footer Placeholder 5">
            <a:extLst>
              <a:ext uri="{FF2B5EF4-FFF2-40B4-BE49-F238E27FC236}">
                <a16:creationId xmlns:a16="http://schemas.microsoft.com/office/drawing/2014/main" id="{5CAFACA2-0BDF-527F-2FF0-597F243F8B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4D8F97-ADE4-CF61-1014-F0DF47ADA174}"/>
              </a:ext>
            </a:extLst>
          </p:cNvPr>
          <p:cNvSpPr>
            <a:spLocks noGrp="1"/>
          </p:cNvSpPr>
          <p:nvPr>
            <p:ph type="sldNum" sz="quarter" idx="12"/>
          </p:nvPr>
        </p:nvSpPr>
        <p:spPr/>
        <p:txBody>
          <a:bodyPr/>
          <a:lstStyle/>
          <a:p>
            <a:fld id="{7E2B677A-E0F1-4F3C-AB81-73A31288D1FB}" type="slidenum">
              <a:rPr lang="en-US" smtClean="0"/>
              <a:t>‹#›</a:t>
            </a:fld>
            <a:endParaRPr lang="en-US"/>
          </a:p>
        </p:txBody>
      </p:sp>
    </p:spTree>
    <p:extLst>
      <p:ext uri="{BB962C8B-B14F-4D97-AF65-F5344CB8AC3E}">
        <p14:creationId xmlns:p14="http://schemas.microsoft.com/office/powerpoint/2010/main" val="1102442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7F9A9-81A0-134A-A0FC-95EF339BE5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6C02BE9-26F9-52F8-DF89-7B99535F25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886B49E-D3DF-1907-ADF5-50DF82A168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7D4E86-B9CB-55C0-0BDB-0F85668E3894}"/>
              </a:ext>
            </a:extLst>
          </p:cNvPr>
          <p:cNvSpPr>
            <a:spLocks noGrp="1"/>
          </p:cNvSpPr>
          <p:nvPr>
            <p:ph type="dt" sz="half" idx="10"/>
          </p:nvPr>
        </p:nvSpPr>
        <p:spPr/>
        <p:txBody>
          <a:bodyPr/>
          <a:lstStyle/>
          <a:p>
            <a:fld id="{6A64B379-63DC-46FC-8282-5190E7331420}" type="datetimeFigureOut">
              <a:rPr lang="en-US" smtClean="0"/>
              <a:t>11/11/2025</a:t>
            </a:fld>
            <a:endParaRPr lang="en-US"/>
          </a:p>
        </p:txBody>
      </p:sp>
      <p:sp>
        <p:nvSpPr>
          <p:cNvPr id="6" name="Footer Placeholder 5">
            <a:extLst>
              <a:ext uri="{FF2B5EF4-FFF2-40B4-BE49-F238E27FC236}">
                <a16:creationId xmlns:a16="http://schemas.microsoft.com/office/drawing/2014/main" id="{82E22FC4-D017-8443-C660-2154352E35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67DBC8-9209-9617-B6A4-60C0E1DD2982}"/>
              </a:ext>
            </a:extLst>
          </p:cNvPr>
          <p:cNvSpPr>
            <a:spLocks noGrp="1"/>
          </p:cNvSpPr>
          <p:nvPr>
            <p:ph type="sldNum" sz="quarter" idx="12"/>
          </p:nvPr>
        </p:nvSpPr>
        <p:spPr/>
        <p:txBody>
          <a:bodyPr/>
          <a:lstStyle/>
          <a:p>
            <a:fld id="{7E2B677A-E0F1-4F3C-AB81-73A31288D1FB}" type="slidenum">
              <a:rPr lang="en-US" smtClean="0"/>
              <a:t>‹#›</a:t>
            </a:fld>
            <a:endParaRPr lang="en-US"/>
          </a:p>
        </p:txBody>
      </p:sp>
    </p:spTree>
    <p:extLst>
      <p:ext uri="{BB962C8B-B14F-4D97-AF65-F5344CB8AC3E}">
        <p14:creationId xmlns:p14="http://schemas.microsoft.com/office/powerpoint/2010/main" val="2327672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9A049-52BC-05FA-C9B5-92ACA9F888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7C3FAF5-ED98-FF6D-25D2-01903ECF42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5A12EE-75B9-C8D0-69D3-887636F38C9B}"/>
              </a:ext>
            </a:extLst>
          </p:cNvPr>
          <p:cNvSpPr>
            <a:spLocks noGrp="1"/>
          </p:cNvSpPr>
          <p:nvPr>
            <p:ph type="dt" sz="half" idx="10"/>
          </p:nvPr>
        </p:nvSpPr>
        <p:spPr/>
        <p:txBody>
          <a:bodyPr/>
          <a:lstStyle/>
          <a:p>
            <a:fld id="{6A64B379-63DC-46FC-8282-5190E7331420}" type="datetimeFigureOut">
              <a:rPr lang="en-US" smtClean="0"/>
              <a:t>11/11/2025</a:t>
            </a:fld>
            <a:endParaRPr lang="en-US"/>
          </a:p>
        </p:txBody>
      </p:sp>
      <p:sp>
        <p:nvSpPr>
          <p:cNvPr id="5" name="Footer Placeholder 4">
            <a:extLst>
              <a:ext uri="{FF2B5EF4-FFF2-40B4-BE49-F238E27FC236}">
                <a16:creationId xmlns:a16="http://schemas.microsoft.com/office/drawing/2014/main" id="{31FEA2DE-35F3-03EF-13D4-43230AC873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A58802-4AD8-9F62-9D8D-7455658746F7}"/>
              </a:ext>
            </a:extLst>
          </p:cNvPr>
          <p:cNvSpPr>
            <a:spLocks noGrp="1"/>
          </p:cNvSpPr>
          <p:nvPr>
            <p:ph type="sldNum" sz="quarter" idx="12"/>
          </p:nvPr>
        </p:nvSpPr>
        <p:spPr/>
        <p:txBody>
          <a:bodyPr/>
          <a:lstStyle/>
          <a:p>
            <a:fld id="{7E2B677A-E0F1-4F3C-AB81-73A31288D1FB}" type="slidenum">
              <a:rPr lang="en-US" smtClean="0"/>
              <a:t>‹#›</a:t>
            </a:fld>
            <a:endParaRPr lang="en-US"/>
          </a:p>
        </p:txBody>
      </p:sp>
    </p:spTree>
    <p:extLst>
      <p:ext uri="{BB962C8B-B14F-4D97-AF65-F5344CB8AC3E}">
        <p14:creationId xmlns:p14="http://schemas.microsoft.com/office/powerpoint/2010/main" val="508275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CB8FBCD-3110-DECD-C194-F480645141B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605381-5753-6982-88DD-30601CB336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F6BAD9-718D-58E3-EA52-BF5BDAF16D88}"/>
              </a:ext>
            </a:extLst>
          </p:cNvPr>
          <p:cNvSpPr>
            <a:spLocks noGrp="1"/>
          </p:cNvSpPr>
          <p:nvPr>
            <p:ph type="dt" sz="half" idx="10"/>
          </p:nvPr>
        </p:nvSpPr>
        <p:spPr/>
        <p:txBody>
          <a:bodyPr/>
          <a:lstStyle/>
          <a:p>
            <a:fld id="{6A64B379-63DC-46FC-8282-5190E7331420}" type="datetimeFigureOut">
              <a:rPr lang="en-US" smtClean="0"/>
              <a:t>11/11/2025</a:t>
            </a:fld>
            <a:endParaRPr lang="en-US"/>
          </a:p>
        </p:txBody>
      </p:sp>
      <p:sp>
        <p:nvSpPr>
          <p:cNvPr id="5" name="Footer Placeholder 4">
            <a:extLst>
              <a:ext uri="{FF2B5EF4-FFF2-40B4-BE49-F238E27FC236}">
                <a16:creationId xmlns:a16="http://schemas.microsoft.com/office/drawing/2014/main" id="{4CE2636C-CF3A-7998-2F0D-C765DBEF1A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F728F4-838D-7840-3416-6EF356E9CD08}"/>
              </a:ext>
            </a:extLst>
          </p:cNvPr>
          <p:cNvSpPr>
            <a:spLocks noGrp="1"/>
          </p:cNvSpPr>
          <p:nvPr>
            <p:ph type="sldNum" sz="quarter" idx="12"/>
          </p:nvPr>
        </p:nvSpPr>
        <p:spPr/>
        <p:txBody>
          <a:bodyPr/>
          <a:lstStyle/>
          <a:p>
            <a:fld id="{7E2B677A-E0F1-4F3C-AB81-73A31288D1FB}" type="slidenum">
              <a:rPr lang="en-US" smtClean="0"/>
              <a:t>‹#›</a:t>
            </a:fld>
            <a:endParaRPr lang="en-US"/>
          </a:p>
        </p:txBody>
      </p:sp>
    </p:spTree>
    <p:extLst>
      <p:ext uri="{BB962C8B-B14F-4D97-AF65-F5344CB8AC3E}">
        <p14:creationId xmlns:p14="http://schemas.microsoft.com/office/powerpoint/2010/main" val="3427203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CAF682-E59F-CC3A-2339-C28B29DEA6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3183F1-8326-3BA4-0F7F-F17070200F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6D1508-7B1C-FF2C-7CF1-006036C926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64B379-63DC-46FC-8282-5190E7331420}" type="datetimeFigureOut">
              <a:rPr lang="en-US" smtClean="0"/>
              <a:t>11/11/2025</a:t>
            </a:fld>
            <a:endParaRPr lang="en-US"/>
          </a:p>
        </p:txBody>
      </p:sp>
      <p:sp>
        <p:nvSpPr>
          <p:cNvPr id="5" name="Footer Placeholder 4">
            <a:extLst>
              <a:ext uri="{FF2B5EF4-FFF2-40B4-BE49-F238E27FC236}">
                <a16:creationId xmlns:a16="http://schemas.microsoft.com/office/drawing/2014/main" id="{0ED114D1-9BAB-C8D4-39FE-877683CB3C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0B38E20-CFD3-A22A-BDEF-23C95E0B60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E2B677A-E0F1-4F3C-AB81-73A31288D1FB}" type="slidenum">
              <a:rPr lang="en-US" smtClean="0"/>
              <a:t>‹#›</a:t>
            </a:fld>
            <a:endParaRPr lang="en-US"/>
          </a:p>
        </p:txBody>
      </p:sp>
    </p:spTree>
    <p:extLst>
      <p:ext uri="{BB962C8B-B14F-4D97-AF65-F5344CB8AC3E}">
        <p14:creationId xmlns:p14="http://schemas.microsoft.com/office/powerpoint/2010/main" val="226529826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futurism.com/predicting-2017-the-rise-of-synthetic-intelligence/" TargetMode="External"/><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hyperlink" Target="https://creativecommons.org/licenses/by-nc/3.0/"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8D0D6D3E-D7F9-4591-9CA9-DDF4DB1F7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4C0CBCE-7C9B-42C2-0C7E-53116331884E}"/>
              </a:ext>
            </a:extLst>
          </p:cNvPr>
          <p:cNvSpPr>
            <a:spLocks noGrp="1"/>
          </p:cNvSpPr>
          <p:nvPr>
            <p:ph type="ctrTitle"/>
          </p:nvPr>
        </p:nvSpPr>
        <p:spPr>
          <a:xfrm>
            <a:off x="982639" y="1012536"/>
            <a:ext cx="4613300" cy="3163224"/>
          </a:xfrm>
        </p:spPr>
        <p:txBody>
          <a:bodyPr anchor="t">
            <a:normAutofit/>
          </a:bodyPr>
          <a:lstStyle/>
          <a:p>
            <a:pPr algn="l"/>
            <a:r>
              <a:rPr lang="en-US" sz="4800"/>
              <a:t>Approaches of Artificial Intelligence</a:t>
            </a:r>
          </a:p>
        </p:txBody>
      </p:sp>
      <p:sp>
        <p:nvSpPr>
          <p:cNvPr id="3" name="Subtitle 2">
            <a:extLst>
              <a:ext uri="{FF2B5EF4-FFF2-40B4-BE49-F238E27FC236}">
                <a16:creationId xmlns:a16="http://schemas.microsoft.com/office/drawing/2014/main" id="{761A1E90-B4DB-8050-2A8E-16F040FD870F}"/>
              </a:ext>
            </a:extLst>
          </p:cNvPr>
          <p:cNvSpPr>
            <a:spLocks noGrp="1"/>
          </p:cNvSpPr>
          <p:nvPr>
            <p:ph type="subTitle" idx="1"/>
          </p:nvPr>
        </p:nvSpPr>
        <p:spPr>
          <a:xfrm>
            <a:off x="982638" y="4389120"/>
            <a:ext cx="4408228" cy="1192815"/>
          </a:xfrm>
        </p:spPr>
        <p:txBody>
          <a:bodyPr anchor="b">
            <a:normAutofit/>
          </a:bodyPr>
          <a:lstStyle/>
          <a:p>
            <a:pPr algn="l"/>
            <a:r>
              <a:rPr lang="en-US" sz="2000"/>
              <a:t>Prepared By</a:t>
            </a:r>
          </a:p>
          <a:p>
            <a:pPr algn="l"/>
            <a:r>
              <a:rPr lang="en-US" sz="2000"/>
              <a:t>Deepa Kumari Paneru</a:t>
            </a:r>
          </a:p>
          <a:p>
            <a:pPr algn="l"/>
            <a:r>
              <a:rPr lang="en-US" sz="2000"/>
              <a:t>Roll No:11</a:t>
            </a:r>
          </a:p>
        </p:txBody>
      </p:sp>
      <p:sp>
        <p:nvSpPr>
          <p:cNvPr id="40" name="Rectangle 39">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23336" y="-3"/>
            <a:ext cx="4068664" cy="6858000"/>
          </a:xfrm>
          <a:prstGeom prst="rect">
            <a:avLst/>
          </a:prstGeom>
          <a:gradFill>
            <a:gsLst>
              <a:gs pos="26000">
                <a:srgbClr val="000000"/>
              </a:gs>
              <a:gs pos="100000">
                <a:schemeClr val="accent1"/>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23336" y="-3"/>
            <a:ext cx="3611463" cy="6858000"/>
          </a:xfrm>
          <a:prstGeom prst="rect">
            <a:avLst/>
          </a:prstGeom>
          <a:gradFill>
            <a:gsLst>
              <a:gs pos="0">
                <a:schemeClr val="accent1">
                  <a:lumMod val="75000"/>
                  <a:alpha val="56000"/>
                </a:schemeClr>
              </a:gs>
              <a:gs pos="100000">
                <a:srgbClr val="000000">
                  <a:alpha val="52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230721" y="-107390"/>
            <a:ext cx="3853890" cy="4068665"/>
          </a:xfrm>
          <a:prstGeom prst="rect">
            <a:avLst/>
          </a:prstGeom>
          <a:gradFill>
            <a:gsLst>
              <a:gs pos="0">
                <a:srgbClr val="000000">
                  <a:alpha val="34000"/>
                </a:srgbClr>
              </a:gs>
              <a:gs pos="96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Robot operating a machine">
            <a:extLst>
              <a:ext uri="{FF2B5EF4-FFF2-40B4-BE49-F238E27FC236}">
                <a16:creationId xmlns:a16="http://schemas.microsoft.com/office/drawing/2014/main" id="{80D78369-13D1-3E2E-99CF-88AAA995E94D}"/>
              </a:ext>
            </a:extLst>
          </p:cNvPr>
          <p:cNvPicPr>
            <a:picLocks noChangeAspect="1"/>
          </p:cNvPicPr>
          <p:nvPr/>
        </p:nvPicPr>
        <p:blipFill>
          <a:blip r:embed="rId2"/>
          <a:srcRect l="12353" r="10895" b="-2"/>
          <a:stretch>
            <a:fillRect/>
          </a:stretch>
        </p:blipFill>
        <p:spPr>
          <a:xfrm>
            <a:off x="6096000" y="1012536"/>
            <a:ext cx="4756162" cy="4756162"/>
          </a:xfrm>
          <a:custGeom>
            <a:avLst/>
            <a:gdLst/>
            <a:ahLst/>
            <a:cxnLst/>
            <a:rect l="l" t="t" r="r" b="b"/>
            <a:pathLst>
              <a:path w="5031136" h="5031136">
                <a:moveTo>
                  <a:pt x="2515568" y="0"/>
                </a:moveTo>
                <a:cubicBezTo>
                  <a:pt x="3904878" y="0"/>
                  <a:pt x="5031136" y="1126258"/>
                  <a:pt x="5031136" y="2515568"/>
                </a:cubicBezTo>
                <a:cubicBezTo>
                  <a:pt x="5031136" y="3904878"/>
                  <a:pt x="3904878" y="5031136"/>
                  <a:pt x="2515568" y="5031136"/>
                </a:cubicBezTo>
                <a:cubicBezTo>
                  <a:pt x="1126258" y="5031136"/>
                  <a:pt x="0" y="3904878"/>
                  <a:pt x="0" y="2515568"/>
                </a:cubicBezTo>
                <a:cubicBezTo>
                  <a:pt x="0" y="1126258"/>
                  <a:pt x="1126258" y="0"/>
                  <a:pt x="2515568" y="0"/>
                </a:cubicBezTo>
                <a:close/>
              </a:path>
            </a:pathLst>
          </a:custGeom>
        </p:spPr>
      </p:pic>
    </p:spTree>
    <p:extLst>
      <p:ext uri="{BB962C8B-B14F-4D97-AF65-F5344CB8AC3E}">
        <p14:creationId xmlns:p14="http://schemas.microsoft.com/office/powerpoint/2010/main" val="1738132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838E1-58AA-6C08-3CA3-3837B1FBABFD}"/>
              </a:ext>
            </a:extLst>
          </p:cNvPr>
          <p:cNvSpPr>
            <a:spLocks noGrp="1"/>
          </p:cNvSpPr>
          <p:nvPr>
            <p:ph type="title"/>
          </p:nvPr>
        </p:nvSpPr>
        <p:spPr/>
        <p:txBody>
          <a:bodyPr/>
          <a:lstStyle/>
          <a:p>
            <a:r>
              <a:rPr lang="en-US" dirty="0"/>
              <a:t>                        Introduction to AI</a:t>
            </a:r>
          </a:p>
        </p:txBody>
      </p:sp>
      <p:sp>
        <p:nvSpPr>
          <p:cNvPr id="3" name="Content Placeholder 2">
            <a:extLst>
              <a:ext uri="{FF2B5EF4-FFF2-40B4-BE49-F238E27FC236}">
                <a16:creationId xmlns:a16="http://schemas.microsoft.com/office/drawing/2014/main" id="{92D7B0A0-6157-8768-BC98-5359CE96DC17}"/>
              </a:ext>
            </a:extLst>
          </p:cNvPr>
          <p:cNvSpPr>
            <a:spLocks noGrp="1"/>
          </p:cNvSpPr>
          <p:nvPr>
            <p:ph idx="1"/>
          </p:nvPr>
        </p:nvSpPr>
        <p:spPr>
          <a:xfrm>
            <a:off x="838200" y="1825625"/>
            <a:ext cx="10985500" cy="4351338"/>
          </a:xfrm>
        </p:spPr>
        <p:txBody>
          <a:bodyPr/>
          <a:lstStyle/>
          <a:p>
            <a:pPr marL="0" indent="0">
              <a:buNone/>
            </a:pPr>
            <a:endParaRPr lang="en-US" dirty="0"/>
          </a:p>
          <a:p>
            <a:pPr marL="0" indent="0">
              <a:buNone/>
            </a:pPr>
            <a:endParaRPr lang="en-US" dirty="0"/>
          </a:p>
          <a:p>
            <a:pPr marL="0" indent="0">
              <a:buNone/>
            </a:pPr>
            <a:r>
              <a:rPr lang="en-US" dirty="0"/>
              <a:t>AI stands for Artificial Intelligence ,is the </a:t>
            </a:r>
          </a:p>
          <a:p>
            <a:pPr marL="0" indent="0">
              <a:buNone/>
            </a:pPr>
            <a:r>
              <a:rPr lang="en-US" dirty="0"/>
              <a:t>capability of computer systems to behaves</a:t>
            </a:r>
          </a:p>
          <a:p>
            <a:pPr marL="0" indent="0">
              <a:buNone/>
            </a:pPr>
            <a:r>
              <a:rPr lang="en-US" dirty="0"/>
              <a:t>as human like </a:t>
            </a:r>
            <a:r>
              <a:rPr lang="en-US" dirty="0" err="1"/>
              <a:t>thinking,learning,reasoning</a:t>
            </a:r>
            <a:r>
              <a:rPr lang="en-US" dirty="0"/>
              <a:t>,</a:t>
            </a:r>
          </a:p>
          <a:p>
            <a:pPr marL="0" indent="0">
              <a:buNone/>
            </a:pPr>
            <a:r>
              <a:rPr lang="en-US" dirty="0"/>
              <a:t>problem solving ,decision making etc.</a:t>
            </a:r>
          </a:p>
          <a:p>
            <a:pPr marL="0" indent="0">
              <a:buNone/>
            </a:pPr>
            <a:endParaRPr lang="en-US" dirty="0"/>
          </a:p>
        </p:txBody>
      </p:sp>
      <p:pic>
        <p:nvPicPr>
          <p:cNvPr id="5" name="Picture 4" descr="A blue head with black text&#10;&#10;AI-generated content may be incorrect.">
            <a:extLst>
              <a:ext uri="{FF2B5EF4-FFF2-40B4-BE49-F238E27FC236}">
                <a16:creationId xmlns:a16="http://schemas.microsoft.com/office/drawing/2014/main" id="{2A1F9728-B61B-D33D-7A85-2CFF1DF28D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8100" y="2487558"/>
            <a:ext cx="3898900" cy="3027471"/>
          </a:xfrm>
          <a:prstGeom prst="rect">
            <a:avLst/>
          </a:prstGeom>
        </p:spPr>
      </p:pic>
    </p:spTree>
    <p:extLst>
      <p:ext uri="{BB962C8B-B14F-4D97-AF65-F5344CB8AC3E}">
        <p14:creationId xmlns:p14="http://schemas.microsoft.com/office/powerpoint/2010/main" val="201171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6C5B20-607F-56BD-1A42-5FF53BD53737}"/>
              </a:ext>
            </a:extLst>
          </p:cNvPr>
          <p:cNvSpPr>
            <a:spLocks noGrp="1"/>
          </p:cNvSpPr>
          <p:nvPr>
            <p:ph type="title"/>
          </p:nvPr>
        </p:nvSpPr>
        <p:spPr>
          <a:xfrm>
            <a:off x="630936" y="640080"/>
            <a:ext cx="4818888" cy="1481328"/>
          </a:xfrm>
        </p:spPr>
        <p:txBody>
          <a:bodyPr anchor="b">
            <a:normAutofit/>
          </a:bodyPr>
          <a:lstStyle/>
          <a:p>
            <a:r>
              <a:rPr lang="en-US" sz="5000"/>
              <a:t>                     Approaches Of AI</a:t>
            </a:r>
          </a:p>
        </p:txBody>
      </p:sp>
      <p:sp>
        <p:nvSpPr>
          <p:cNvPr id="20"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58C0E4E-96BD-D450-A31E-68EFEA41A5CD}"/>
              </a:ext>
            </a:extLst>
          </p:cNvPr>
          <p:cNvSpPr>
            <a:spLocks noGrp="1"/>
          </p:cNvSpPr>
          <p:nvPr>
            <p:ph idx="1"/>
          </p:nvPr>
        </p:nvSpPr>
        <p:spPr>
          <a:xfrm>
            <a:off x="630936" y="2660904"/>
            <a:ext cx="4818888" cy="3547872"/>
          </a:xfrm>
        </p:spPr>
        <p:txBody>
          <a:bodyPr anchor="t">
            <a:normAutofit/>
          </a:bodyPr>
          <a:lstStyle/>
          <a:p>
            <a:pPr marL="0" indent="0">
              <a:buNone/>
            </a:pPr>
            <a:r>
              <a:rPr lang="en-US"/>
              <a:t>AI Approaches  is defined as the different philosophical or technical methodologies used to design and build artificial intelligence systems.The approaches define both the ultimate goals and specific techniques to achieve the goals.</a:t>
            </a:r>
          </a:p>
          <a:p>
            <a:pPr marL="0" indent="0">
              <a:buNone/>
            </a:pPr>
            <a:endParaRPr lang="en-US"/>
          </a:p>
          <a:p>
            <a:pPr marL="0" indent="0">
              <a:buNone/>
            </a:pPr>
            <a:endParaRPr lang="en-US"/>
          </a:p>
        </p:txBody>
      </p:sp>
      <p:pic>
        <p:nvPicPr>
          <p:cNvPr id="5" name="Picture 4" descr="A diagram of a network&#10;&#10;AI-generated content may be incorrect.">
            <a:extLst>
              <a:ext uri="{FF2B5EF4-FFF2-40B4-BE49-F238E27FC236}">
                <a16:creationId xmlns:a16="http://schemas.microsoft.com/office/drawing/2014/main" id="{303619A1-6E3C-878A-CF3B-2A0F6C1DC77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099048" y="1607069"/>
            <a:ext cx="5458968" cy="3643861"/>
          </a:xfrm>
          <a:prstGeom prst="rect">
            <a:avLst/>
          </a:prstGeom>
        </p:spPr>
      </p:pic>
      <p:sp>
        <p:nvSpPr>
          <p:cNvPr id="6" name="TextBox 5">
            <a:extLst>
              <a:ext uri="{FF2B5EF4-FFF2-40B4-BE49-F238E27FC236}">
                <a16:creationId xmlns:a16="http://schemas.microsoft.com/office/drawing/2014/main" id="{4705CB65-BEF6-4561-B8FA-4AA12589D5CC}"/>
              </a:ext>
            </a:extLst>
          </p:cNvPr>
          <p:cNvSpPr txBox="1"/>
          <p:nvPr/>
        </p:nvSpPr>
        <p:spPr>
          <a:xfrm>
            <a:off x="9103498" y="5050875"/>
            <a:ext cx="2454518" cy="200055"/>
          </a:xfrm>
          <a:prstGeom prst="rect">
            <a:avLst/>
          </a:prstGeom>
          <a:solidFill>
            <a:srgbClr val="000000"/>
          </a:solidFill>
        </p:spPr>
        <p:txBody>
          <a:bodyPr wrap="none" rtlCol="0">
            <a:spAutoFit/>
          </a:bodyPr>
          <a:lstStyle/>
          <a:p>
            <a:pPr algn="r">
              <a:spcAft>
                <a:spcPts val="600"/>
              </a:spcAft>
            </a:pPr>
            <a:r>
              <a:rPr lang="en-US" sz="700">
                <a:solidFill>
                  <a:srgbClr val="FFFFFF"/>
                </a:solidFill>
                <a:hlinkClick r:id="rId3" tooltip="https://futurism.com/predicting-2017-the-rise-of-synthetic-intelligence/">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nc/3.0/">
                  <a:extLst>
                    <a:ext uri="{A12FA001-AC4F-418D-AE19-62706E023703}">
                      <ahyp:hlinkClr xmlns:ahyp="http://schemas.microsoft.com/office/drawing/2018/hyperlinkcolor" val="tx"/>
                    </a:ext>
                  </a:extLst>
                </a:hlinkClick>
              </a:rPr>
              <a:t>CC BY-NC</a:t>
            </a:r>
            <a:endParaRPr lang="en-US" sz="700">
              <a:solidFill>
                <a:srgbClr val="FFFFFF"/>
              </a:solidFill>
            </a:endParaRPr>
          </a:p>
        </p:txBody>
      </p:sp>
    </p:spTree>
    <p:extLst>
      <p:ext uri="{BB962C8B-B14F-4D97-AF65-F5344CB8AC3E}">
        <p14:creationId xmlns:p14="http://schemas.microsoft.com/office/powerpoint/2010/main" val="400754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D96FBBD-31A5-ECBB-56F9-E497B5A0E18D}"/>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Types of AI Approaches</a:t>
            </a:r>
            <a:br>
              <a:rPr lang="en-US" sz="4000" kern="1200">
                <a:solidFill>
                  <a:srgbClr val="FFFFFF"/>
                </a:solidFill>
                <a:latin typeface="+mj-lt"/>
                <a:ea typeface="+mj-ea"/>
                <a:cs typeface="+mj-cs"/>
              </a:rPr>
            </a:br>
            <a:endParaRPr lang="en-US" sz="4000" kern="1200">
              <a:solidFill>
                <a:srgbClr val="FFFFFF"/>
              </a:solidFill>
              <a:latin typeface="+mj-lt"/>
              <a:ea typeface="+mj-ea"/>
              <a:cs typeface="+mj-cs"/>
            </a:endParaRPr>
          </a:p>
        </p:txBody>
      </p:sp>
      <p:pic>
        <p:nvPicPr>
          <p:cNvPr id="5" name="Content Placeholder 4" descr="A diagram of a four main approaches to artificial intelligence&#10;&#10;AI-generated content may be incorrect.">
            <a:extLst>
              <a:ext uri="{FF2B5EF4-FFF2-40B4-BE49-F238E27FC236}">
                <a16:creationId xmlns:a16="http://schemas.microsoft.com/office/drawing/2014/main" id="{8848773C-0477-1C12-14B9-2A6FA7574B0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02428" y="1297404"/>
            <a:ext cx="7225748" cy="4263191"/>
          </a:xfrm>
          <a:prstGeom prst="rect">
            <a:avLst/>
          </a:prstGeom>
        </p:spPr>
      </p:pic>
    </p:spTree>
    <p:extLst>
      <p:ext uri="{BB962C8B-B14F-4D97-AF65-F5344CB8AC3E}">
        <p14:creationId xmlns:p14="http://schemas.microsoft.com/office/powerpoint/2010/main" val="395496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5E9D85-9C96-B8D7-18B7-467D8CF94E9A}"/>
              </a:ext>
            </a:extLst>
          </p:cNvPr>
          <p:cNvSpPr>
            <a:spLocks noGrp="1"/>
          </p:cNvSpPr>
          <p:nvPr>
            <p:ph type="title"/>
          </p:nvPr>
        </p:nvSpPr>
        <p:spPr>
          <a:xfrm>
            <a:off x="761803" y="350196"/>
            <a:ext cx="4646904" cy="1624520"/>
          </a:xfrm>
        </p:spPr>
        <p:txBody>
          <a:bodyPr anchor="ctr">
            <a:normAutofit/>
          </a:bodyPr>
          <a:lstStyle/>
          <a:p>
            <a:r>
              <a:rPr lang="en-US" sz="4000" dirty="0"/>
              <a:t>1.Thinking Humanly</a:t>
            </a:r>
          </a:p>
        </p:txBody>
      </p:sp>
      <p:sp>
        <p:nvSpPr>
          <p:cNvPr id="3" name="Content Placeholder 2">
            <a:extLst>
              <a:ext uri="{FF2B5EF4-FFF2-40B4-BE49-F238E27FC236}">
                <a16:creationId xmlns:a16="http://schemas.microsoft.com/office/drawing/2014/main" id="{DCBB6E65-2C56-A108-D4C0-20AE309EAE94}"/>
              </a:ext>
            </a:extLst>
          </p:cNvPr>
          <p:cNvSpPr>
            <a:spLocks noGrp="1"/>
          </p:cNvSpPr>
          <p:nvPr>
            <p:ph idx="1"/>
          </p:nvPr>
        </p:nvSpPr>
        <p:spPr>
          <a:xfrm>
            <a:off x="761802" y="2743200"/>
            <a:ext cx="4646905" cy="3613149"/>
          </a:xfrm>
        </p:spPr>
        <p:txBody>
          <a:bodyPr anchor="ctr">
            <a:normAutofit/>
          </a:bodyPr>
          <a:lstStyle/>
          <a:p>
            <a:pPr marL="0" indent="0">
              <a:buNone/>
            </a:pPr>
            <a:r>
              <a:rPr lang="en-US" sz="2000" dirty="0"/>
              <a:t>Focuses on creating systems that mimic human thoughts process through  cognitive  modelling.</a:t>
            </a:r>
          </a:p>
          <a:p>
            <a:pPr marL="0" indent="0">
              <a:buNone/>
            </a:pPr>
            <a:endParaRPr lang="en-US" sz="2000" dirty="0"/>
          </a:p>
          <a:p>
            <a:pPr marL="0" indent="0">
              <a:buNone/>
            </a:pPr>
            <a:r>
              <a:rPr lang="en-US" sz="2000" dirty="0"/>
              <a:t>Uses the techniques like artificial neural network to model how the brain processes information.</a:t>
            </a:r>
          </a:p>
          <a:p>
            <a:pPr marL="0" indent="0">
              <a:buNone/>
            </a:pPr>
            <a:r>
              <a:rPr lang="en-US" sz="2000" dirty="0"/>
              <a:t> </a:t>
            </a:r>
            <a:r>
              <a:rPr lang="en-US" sz="2000" dirty="0" err="1"/>
              <a:t>Examples:Boeing,General</a:t>
            </a:r>
            <a:r>
              <a:rPr lang="en-US" sz="2000" dirty="0"/>
              <a:t>  Problem Solver etc.</a:t>
            </a:r>
          </a:p>
        </p:txBody>
      </p:sp>
      <p:pic>
        <p:nvPicPr>
          <p:cNvPr id="5" name="Picture 4" descr="Person with idea concept">
            <a:extLst>
              <a:ext uri="{FF2B5EF4-FFF2-40B4-BE49-F238E27FC236}">
                <a16:creationId xmlns:a16="http://schemas.microsoft.com/office/drawing/2014/main" id="{CB57405F-3A25-5CBE-2199-99B76C470842}"/>
              </a:ext>
            </a:extLst>
          </p:cNvPr>
          <p:cNvPicPr>
            <a:picLocks noChangeAspect="1"/>
          </p:cNvPicPr>
          <p:nvPr/>
        </p:nvPicPr>
        <p:blipFill>
          <a:blip r:embed="rId2"/>
          <a:srcRect l="24531" r="16068" b="-2"/>
          <a:stretch>
            <a:fillRect/>
          </a:stretch>
        </p:blipFill>
        <p:spPr>
          <a:xfrm>
            <a:off x="6096000" y="1"/>
            <a:ext cx="6102825" cy="6858000"/>
          </a:xfrm>
          <a:prstGeom prst="rect">
            <a:avLst/>
          </a:prstGeom>
        </p:spPr>
      </p:pic>
    </p:spTree>
    <p:extLst>
      <p:ext uri="{BB962C8B-B14F-4D97-AF65-F5344CB8AC3E}">
        <p14:creationId xmlns:p14="http://schemas.microsoft.com/office/powerpoint/2010/main" val="1506862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B3ACFD-4ED0-2C3D-5D78-F348A16B4DB7}"/>
              </a:ext>
            </a:extLst>
          </p:cNvPr>
          <p:cNvSpPr>
            <a:spLocks noGrp="1"/>
          </p:cNvSpPr>
          <p:nvPr>
            <p:ph type="title"/>
          </p:nvPr>
        </p:nvSpPr>
        <p:spPr>
          <a:xfrm>
            <a:off x="761803" y="350196"/>
            <a:ext cx="4646904" cy="1624520"/>
          </a:xfrm>
        </p:spPr>
        <p:txBody>
          <a:bodyPr anchor="ctr">
            <a:normAutofit/>
          </a:bodyPr>
          <a:lstStyle/>
          <a:p>
            <a:r>
              <a:rPr lang="en-US" sz="4000" dirty="0"/>
              <a:t>2.Acting Humanly</a:t>
            </a:r>
            <a:br>
              <a:rPr lang="en-US" sz="4000" dirty="0"/>
            </a:br>
            <a:endParaRPr lang="en-US" sz="4000" dirty="0"/>
          </a:p>
        </p:txBody>
      </p:sp>
      <p:sp>
        <p:nvSpPr>
          <p:cNvPr id="3" name="Content Placeholder 2">
            <a:extLst>
              <a:ext uri="{FF2B5EF4-FFF2-40B4-BE49-F238E27FC236}">
                <a16:creationId xmlns:a16="http://schemas.microsoft.com/office/drawing/2014/main" id="{606F4D46-1203-746A-EFC5-B283CBEE083F}"/>
              </a:ext>
            </a:extLst>
          </p:cNvPr>
          <p:cNvSpPr>
            <a:spLocks noGrp="1"/>
          </p:cNvSpPr>
          <p:nvPr>
            <p:ph idx="1"/>
          </p:nvPr>
        </p:nvSpPr>
        <p:spPr>
          <a:xfrm>
            <a:off x="761802" y="2743200"/>
            <a:ext cx="4646905" cy="3613149"/>
          </a:xfrm>
        </p:spPr>
        <p:txBody>
          <a:bodyPr anchor="ctr">
            <a:normAutofit/>
          </a:bodyPr>
          <a:lstStyle/>
          <a:p>
            <a:pPr marL="0" indent="0">
              <a:buNone/>
            </a:pPr>
            <a:r>
              <a:rPr lang="en-US" sz="2000" dirty="0"/>
              <a:t>Creating systems that can perform tasks like a human. </a:t>
            </a:r>
          </a:p>
          <a:p>
            <a:pPr marL="0" indent="0">
              <a:buNone/>
            </a:pPr>
            <a:r>
              <a:rPr lang="en-US" sz="2000" dirty="0"/>
              <a:t>Examples: </a:t>
            </a:r>
            <a:r>
              <a:rPr lang="en-US" sz="2000" dirty="0" err="1"/>
              <a:t>Tuirng</a:t>
            </a:r>
            <a:r>
              <a:rPr lang="en-US" sz="2000" dirty="0"/>
              <a:t> </a:t>
            </a:r>
            <a:r>
              <a:rPr lang="en-US" sz="2000" dirty="0" err="1"/>
              <a:t>test,Chatbots</a:t>
            </a:r>
            <a:r>
              <a:rPr lang="en-US" sz="2000" dirty="0"/>
              <a:t> and Virtual Assistant like </a:t>
            </a:r>
            <a:r>
              <a:rPr lang="en-US" sz="2000" dirty="0" err="1"/>
              <a:t>ChatGPT,siri,google</a:t>
            </a:r>
            <a:r>
              <a:rPr lang="en-US" sz="2000" dirty="0"/>
              <a:t> assistant. </a:t>
            </a:r>
          </a:p>
        </p:txBody>
      </p:sp>
      <p:pic>
        <p:nvPicPr>
          <p:cNvPr id="5" name="Picture 4" descr="Vaccine storage and manufacturing">
            <a:extLst>
              <a:ext uri="{FF2B5EF4-FFF2-40B4-BE49-F238E27FC236}">
                <a16:creationId xmlns:a16="http://schemas.microsoft.com/office/drawing/2014/main" id="{A81F95C8-4AEF-C027-2868-B799DD5E6822}"/>
              </a:ext>
            </a:extLst>
          </p:cNvPr>
          <p:cNvPicPr>
            <a:picLocks noChangeAspect="1"/>
          </p:cNvPicPr>
          <p:nvPr/>
        </p:nvPicPr>
        <p:blipFill>
          <a:blip r:embed="rId2"/>
          <a:srcRect l="24709" r="15890" b="-2"/>
          <a:stretch>
            <a:fillRect/>
          </a:stretch>
        </p:blipFill>
        <p:spPr>
          <a:xfrm>
            <a:off x="6096000" y="1"/>
            <a:ext cx="6102825" cy="6858000"/>
          </a:xfrm>
          <a:prstGeom prst="rect">
            <a:avLst/>
          </a:prstGeom>
        </p:spPr>
      </p:pic>
    </p:spTree>
    <p:extLst>
      <p:ext uri="{BB962C8B-B14F-4D97-AF65-F5344CB8AC3E}">
        <p14:creationId xmlns:p14="http://schemas.microsoft.com/office/powerpoint/2010/main" val="2826287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4" name="Rectangle 63">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521FDC-5F83-C4F1-1048-7CAFA77F88E6}"/>
              </a:ext>
            </a:extLst>
          </p:cNvPr>
          <p:cNvSpPr>
            <a:spLocks noGrp="1"/>
          </p:cNvSpPr>
          <p:nvPr>
            <p:ph type="title"/>
          </p:nvPr>
        </p:nvSpPr>
        <p:spPr>
          <a:xfrm>
            <a:off x="5596501" y="489508"/>
            <a:ext cx="5754896" cy="1667569"/>
          </a:xfrm>
        </p:spPr>
        <p:txBody>
          <a:bodyPr anchor="b">
            <a:normAutofit/>
          </a:bodyPr>
          <a:lstStyle/>
          <a:p>
            <a:r>
              <a:rPr lang="en-US" sz="4000"/>
              <a:t>3.Thinking Rationally</a:t>
            </a:r>
          </a:p>
        </p:txBody>
      </p:sp>
      <p:pic>
        <p:nvPicPr>
          <p:cNvPr id="7" name="Graphic 6" descr="Person with Idea">
            <a:extLst>
              <a:ext uri="{FF2B5EF4-FFF2-40B4-BE49-F238E27FC236}">
                <a16:creationId xmlns:a16="http://schemas.microsoft.com/office/drawing/2014/main" id="{C6F43D67-72DE-26EC-BD2B-54491F9668B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8130" y="1275070"/>
            <a:ext cx="3876165" cy="3876165"/>
          </a:xfrm>
          <a:prstGeom prst="rect">
            <a:avLst/>
          </a:prstGeom>
        </p:spPr>
      </p:pic>
      <p:sp>
        <p:nvSpPr>
          <p:cNvPr id="3" name="Content Placeholder 2">
            <a:extLst>
              <a:ext uri="{FF2B5EF4-FFF2-40B4-BE49-F238E27FC236}">
                <a16:creationId xmlns:a16="http://schemas.microsoft.com/office/drawing/2014/main" id="{712CF05D-1A3F-6765-878B-E965B0489FC8}"/>
              </a:ext>
            </a:extLst>
          </p:cNvPr>
          <p:cNvSpPr>
            <a:spLocks noGrp="1"/>
          </p:cNvSpPr>
          <p:nvPr>
            <p:ph idx="1"/>
          </p:nvPr>
        </p:nvSpPr>
        <p:spPr>
          <a:xfrm>
            <a:off x="5596502" y="2405894"/>
            <a:ext cx="5754896" cy="3197464"/>
          </a:xfrm>
        </p:spPr>
        <p:txBody>
          <a:bodyPr anchor="t">
            <a:normAutofit/>
          </a:bodyPr>
          <a:lstStyle/>
          <a:p>
            <a:pPr marL="0" indent="0">
              <a:buNone/>
            </a:pPr>
            <a:r>
              <a:rPr lang="en-US" sz="2000" dirty="0"/>
              <a:t>Uses the ‘law of thought’ to ensure systems reason logically and correctly. This approach focuses on making sound, logical conclusions based on symbolic logic.</a:t>
            </a:r>
          </a:p>
          <a:p>
            <a:pPr marL="0" indent="0">
              <a:buNone/>
            </a:pPr>
            <a:r>
              <a:rPr lang="en-US" sz="2000" dirty="0" err="1"/>
              <a:t>Examples:Expert</a:t>
            </a:r>
            <a:r>
              <a:rPr lang="en-US" sz="2000" dirty="0"/>
              <a:t> </a:t>
            </a:r>
            <a:r>
              <a:rPr lang="en-US" sz="2000" dirty="0" err="1"/>
              <a:t>Systems,Logic</a:t>
            </a:r>
            <a:r>
              <a:rPr lang="en-US" sz="2000" dirty="0"/>
              <a:t> Programming language.</a:t>
            </a:r>
          </a:p>
        </p:txBody>
      </p:sp>
      <p:sp>
        <p:nvSpPr>
          <p:cNvPr id="66" name="Rectangle 65">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3307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629964-0387-B88A-B1AB-8EC563E5455B}"/>
              </a:ext>
            </a:extLst>
          </p:cNvPr>
          <p:cNvSpPr>
            <a:spLocks noGrp="1"/>
          </p:cNvSpPr>
          <p:nvPr>
            <p:ph type="title"/>
          </p:nvPr>
        </p:nvSpPr>
        <p:spPr>
          <a:xfrm>
            <a:off x="5596501" y="489508"/>
            <a:ext cx="5754896" cy="1667569"/>
          </a:xfrm>
        </p:spPr>
        <p:txBody>
          <a:bodyPr anchor="b">
            <a:normAutofit/>
          </a:bodyPr>
          <a:lstStyle/>
          <a:p>
            <a:r>
              <a:rPr lang="en-US" sz="4000"/>
              <a:t>4.Acting Rationally</a:t>
            </a:r>
          </a:p>
        </p:txBody>
      </p:sp>
      <p:pic>
        <p:nvPicPr>
          <p:cNvPr id="7" name="Graphic 6" descr="Robot">
            <a:extLst>
              <a:ext uri="{FF2B5EF4-FFF2-40B4-BE49-F238E27FC236}">
                <a16:creationId xmlns:a16="http://schemas.microsoft.com/office/drawing/2014/main" id="{2689BB15-5B5F-37D4-E306-C900DE8DAA8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8130" y="1275070"/>
            <a:ext cx="3876165" cy="3876165"/>
          </a:xfrm>
          <a:prstGeom prst="rect">
            <a:avLst/>
          </a:prstGeom>
        </p:spPr>
      </p:pic>
      <p:sp>
        <p:nvSpPr>
          <p:cNvPr id="3" name="Content Placeholder 2">
            <a:extLst>
              <a:ext uri="{FF2B5EF4-FFF2-40B4-BE49-F238E27FC236}">
                <a16:creationId xmlns:a16="http://schemas.microsoft.com/office/drawing/2014/main" id="{C75F812B-33E4-13EB-B1E0-5E02F917ADAD}"/>
              </a:ext>
            </a:extLst>
          </p:cNvPr>
          <p:cNvSpPr>
            <a:spLocks noGrp="1"/>
          </p:cNvSpPr>
          <p:nvPr>
            <p:ph idx="1"/>
          </p:nvPr>
        </p:nvSpPr>
        <p:spPr>
          <a:xfrm>
            <a:off x="5596502" y="2405894"/>
            <a:ext cx="5754896" cy="3197464"/>
          </a:xfrm>
        </p:spPr>
        <p:txBody>
          <a:bodyPr anchor="t">
            <a:normAutofit/>
          </a:bodyPr>
          <a:lstStyle/>
          <a:p>
            <a:pPr marL="0" indent="0">
              <a:buNone/>
            </a:pPr>
            <a:endParaRPr lang="en-US" sz="2000" dirty="0"/>
          </a:p>
          <a:p>
            <a:pPr marL="0" indent="0">
              <a:buNone/>
            </a:pPr>
            <a:r>
              <a:rPr lang="en-US" sz="2000" dirty="0"/>
              <a:t>Focuses on creating rational agents that act achieve the best possible outcomes or highest value for a task. </a:t>
            </a:r>
          </a:p>
          <a:p>
            <a:pPr marL="0" indent="0">
              <a:buNone/>
            </a:pPr>
            <a:r>
              <a:rPr lang="en-US" sz="2000" dirty="0"/>
              <a:t>Most modern AI systems  like Autonomous Vehicles </a:t>
            </a:r>
            <a:r>
              <a:rPr lang="en-US" sz="2000" b="1" dirty="0"/>
              <a:t>,</a:t>
            </a:r>
            <a:r>
              <a:rPr lang="en-US" sz="2000" dirty="0"/>
              <a:t> sensors (cameras, LiDAR, GPS),robotics  </a:t>
            </a:r>
            <a:r>
              <a:rPr lang="en-US" sz="2000" dirty="0" err="1"/>
              <a:t>etc</a:t>
            </a:r>
            <a:r>
              <a:rPr lang="en-US" sz="2000" dirty="0"/>
              <a:t> fall under this category.</a:t>
            </a:r>
          </a:p>
        </p:txBody>
      </p:sp>
      <p:sp>
        <p:nvSpPr>
          <p:cNvPr id="25" name="Rectangle 24">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6875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892A64-FCF7-2168-6F93-E8AF8B420F98}"/>
              </a:ext>
            </a:extLst>
          </p:cNvPr>
          <p:cNvSpPr>
            <a:spLocks noGrp="1"/>
          </p:cNvSpPr>
          <p:nvPr>
            <p:ph type="title"/>
          </p:nvPr>
        </p:nvSpPr>
        <p:spPr>
          <a:xfrm>
            <a:off x="838201" y="365125"/>
            <a:ext cx="5251316" cy="1807305"/>
          </a:xfrm>
        </p:spPr>
        <p:txBody>
          <a:bodyPr>
            <a:normAutofit/>
          </a:bodyPr>
          <a:lstStyle/>
          <a:p>
            <a:r>
              <a:rPr lang="en-US"/>
              <a:t>Conclusion</a:t>
            </a:r>
            <a:br>
              <a:rPr lang="en-US"/>
            </a:br>
            <a:endParaRPr lang="en-US"/>
          </a:p>
        </p:txBody>
      </p:sp>
      <p:sp>
        <p:nvSpPr>
          <p:cNvPr id="3" name="Content Placeholder 2">
            <a:extLst>
              <a:ext uri="{FF2B5EF4-FFF2-40B4-BE49-F238E27FC236}">
                <a16:creationId xmlns:a16="http://schemas.microsoft.com/office/drawing/2014/main" id="{90009005-424C-1FCC-72A2-E270EC7ED2A2}"/>
              </a:ext>
            </a:extLst>
          </p:cNvPr>
          <p:cNvSpPr>
            <a:spLocks noGrp="1"/>
          </p:cNvSpPr>
          <p:nvPr>
            <p:ph idx="1"/>
          </p:nvPr>
        </p:nvSpPr>
        <p:spPr>
          <a:xfrm>
            <a:off x="838200" y="2333297"/>
            <a:ext cx="4619621" cy="3843666"/>
          </a:xfrm>
        </p:spPr>
        <p:txBody>
          <a:bodyPr>
            <a:normAutofit/>
          </a:bodyPr>
          <a:lstStyle/>
          <a:p>
            <a:pPr marL="0" indent="0">
              <a:buNone/>
            </a:pPr>
            <a:endParaRPr lang="en-US" sz="2000" dirty="0"/>
          </a:p>
          <a:p>
            <a:pPr marL="0" indent="0">
              <a:buNone/>
            </a:pPr>
            <a:r>
              <a:rPr lang="en-US" sz="2000" dirty="0"/>
              <a:t>AI is the hybrid field of thinking </a:t>
            </a:r>
            <a:r>
              <a:rPr lang="en-US" sz="2000" dirty="0" err="1"/>
              <a:t>humanly,acting</a:t>
            </a:r>
            <a:r>
              <a:rPr lang="en-US" sz="2000" dirty="0"/>
              <a:t> </a:t>
            </a:r>
            <a:r>
              <a:rPr lang="en-US" sz="2000" dirty="0" err="1"/>
              <a:t>humanly,thinking</a:t>
            </a:r>
            <a:r>
              <a:rPr lang="en-US" sz="2000" dirty="0"/>
              <a:t> rationally and acting rationally. AI approaches reflects a continuous pursuit of building machines that can solve complex problems.</a:t>
            </a:r>
          </a:p>
        </p:txBody>
      </p:sp>
      <p:pic>
        <p:nvPicPr>
          <p:cNvPr id="5" name="Picture 4" descr="A robot using a laptop sitting on a blue chair">
            <a:extLst>
              <a:ext uri="{FF2B5EF4-FFF2-40B4-BE49-F238E27FC236}">
                <a16:creationId xmlns:a16="http://schemas.microsoft.com/office/drawing/2014/main" id="{BA23D5A9-1D77-6003-E216-AE90B30B54F1}"/>
              </a:ext>
            </a:extLst>
          </p:cNvPr>
          <p:cNvPicPr>
            <a:picLocks noChangeAspect="1"/>
          </p:cNvPicPr>
          <p:nvPr/>
        </p:nvPicPr>
        <p:blipFill>
          <a:blip r:embed="rId2"/>
          <a:srcRect l="51092"/>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6294233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214</TotalTime>
  <Words>298</Words>
  <Application>Microsoft Office PowerPoint</Application>
  <PresentationFormat>Widescreen</PresentationFormat>
  <Paragraphs>33</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Approaches of Artificial Intelligence</vt:lpstr>
      <vt:lpstr>                        Introduction to AI</vt:lpstr>
      <vt:lpstr>                     Approaches Of AI</vt:lpstr>
      <vt:lpstr>Types of AI Approaches </vt:lpstr>
      <vt:lpstr>1.Thinking Humanly</vt:lpstr>
      <vt:lpstr>2.Acting Humanly </vt:lpstr>
      <vt:lpstr>3.Thinking Rationally</vt:lpstr>
      <vt:lpstr>4.Acting Rationally</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 Paneru</dc:creator>
  <cp:lastModifiedBy>Deepa Paneru</cp:lastModifiedBy>
  <cp:revision>2</cp:revision>
  <dcterms:created xsi:type="dcterms:W3CDTF">2025-11-11T12:39:12Z</dcterms:created>
  <dcterms:modified xsi:type="dcterms:W3CDTF">2025-11-11T16:13:53Z</dcterms:modified>
</cp:coreProperties>
</file>